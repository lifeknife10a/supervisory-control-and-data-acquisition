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 /><Relationship Id="rId2" Type="http://schemas.openxmlformats.org/package/2006/relationships/metadata/core-properties" Target="docProps/core.xml" /><Relationship Id="rId1" Type="http://schemas.openxmlformats.org/officeDocument/2006/relationships/officeDocument" Target="ppt/presentation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9144000" cy="6858000" type="screen4x3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8C340B0B-6CC3-454F-905E-1137773BADF3}">
  <a:tblStyle styleId="{8C340B0B-6CC3-454F-905E-1137773BADF3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FD982B76-083E-44EE-A541-5E1ADE81FB37}" styleName="Table_1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 b="off" i="off"/>
      <a:tcStyle>
        <a:tcBdr/>
        <a:fill>
          <a:solidFill>
            <a:srgbClr val="CFD7E7"/>
          </a:solidFill>
        </a:fill>
      </a:tcStyle>
    </a:band1H>
    <a:band2H>
      <a:tcTxStyle b="off" i="off"/>
      <a:tcStyle>
        <a:tcBdr/>
      </a:tcStyle>
    </a:band2H>
    <a:band1V>
      <a:tcTxStyle b="off" i="off"/>
      <a:tcStyle>
        <a:tcBdr/>
        <a:fill>
          <a:solidFill>
            <a:srgbClr val="CFD7E7"/>
          </a:solidFill>
        </a:fill>
      </a:tcStyle>
    </a:band1V>
    <a:band2V>
      <a:tcTxStyle b="off" i="off"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4648"/>
  </p:normalViewPr>
  <p:slideViewPr>
    <p:cSldViewPr snapToGrid="0">
      <p:cViewPr varScale="1">
        <p:scale>
          <a:sx n="82" d="100"/>
          <a:sy n="82" d="100"/>
        </p:scale>
        <p:origin x="1474" y="6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 /><Relationship Id="rId3" Type="http://schemas.openxmlformats.org/officeDocument/2006/relationships/slide" Target="slides/slide2.xml" /><Relationship Id="rId7" Type="http://schemas.openxmlformats.org/officeDocument/2006/relationships/notesMaster" Target="notesMasters/notesMaster1.xml" /><Relationship Id="rId2" Type="http://schemas.openxmlformats.org/officeDocument/2006/relationships/slide" Target="slides/slide1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tableStyles" Target="tableStyles.xml" /><Relationship Id="rId5" Type="http://schemas.openxmlformats.org/officeDocument/2006/relationships/slide" Target="slides/slide4.xml" /><Relationship Id="rId10" Type="http://schemas.openxmlformats.org/officeDocument/2006/relationships/theme" Target="theme/theme1.xml" /><Relationship Id="rId4" Type="http://schemas.openxmlformats.org/officeDocument/2006/relationships/slide" Target="slides/slide3.xml" /><Relationship Id="rId9" Type="http://schemas.openxmlformats.org/officeDocument/2006/relationships/viewProps" Target="viewProps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Shape 4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Shape 5"/>
          <p:cNvSpPr>
            <a:spLocks noGrp="1" noRot="1" noChangeAspect="1"/>
          </p:cNvSpPr>
          <p:nvPr>
            <p:ph type="sldImg" idx="3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Shape 6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Shape 7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/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Shape 8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996333366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 /><Relationship Id="rId1" Type="http://schemas.openxmlformats.org/officeDocument/2006/relationships/notesMaster" Target="../notesMasters/notesMaster1.xml" 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Shape 85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Shape 86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16490214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Shape 85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Shape 86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59137579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Shape 85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Shape 86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21248368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Shape 85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Shape 86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7044954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hape 16"/>
          <p:cNvSpPr txBox="1">
            <a:spLocks noGrp="1"/>
          </p:cNvSpPr>
          <p:nvPr>
            <p:ph type="ctrTitle"/>
          </p:nvPr>
        </p:nvSpPr>
        <p:spPr>
          <a:xfrm>
            <a:off x="685800" y="2130427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  <a:defRPr sz="27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7" name="Shape 17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R="0" lvl="0" algn="ctr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Noto Sans Symbols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Noto Sans Symbols"/>
              <a:buNone/>
              <a:defRPr sz="15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Noto Sans Symbols"/>
              <a:buNone/>
              <a:defRPr sz="13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Noto Sans Symbols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Noto Sans Symbols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15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15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15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15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8" name="Shape 18"/>
          <p:cNvSpPr txBox="1">
            <a:spLocks noGrp="1"/>
          </p:cNvSpPr>
          <p:nvPr>
            <p:ph type="dt" idx="10"/>
          </p:nvPr>
        </p:nvSpPr>
        <p:spPr>
          <a:xfrm>
            <a:off x="457200" y="6381398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788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25B6AE37-F510-4104-97FF-62A2F4C8CA52}" type="datetime1">
              <a:rPr lang="en-US" smtClean="0"/>
              <a:t>10/26/2026</a:t>
            </a:fld>
            <a:endParaRPr/>
          </a:p>
        </p:txBody>
      </p:sp>
      <p:sp>
        <p:nvSpPr>
          <p:cNvPr id="19" name="Shape 19"/>
          <p:cNvSpPr txBox="1">
            <a:spLocks noGrp="1"/>
          </p:cNvSpPr>
          <p:nvPr>
            <p:ph type="ftr" idx="11"/>
          </p:nvPr>
        </p:nvSpPr>
        <p:spPr>
          <a:xfrm>
            <a:off x="3122488" y="6373548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788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lang="en-US"/>
              <a:t>Computer Engineering Dept. MPSTME, Mumbai Campus </a:t>
            </a:r>
            <a:endParaRPr/>
          </a:p>
        </p:txBody>
      </p:sp>
      <p:sp>
        <p:nvSpPr>
          <p:cNvPr id="20" name="Shape 20"/>
          <p:cNvSpPr txBox="1">
            <a:spLocks noGrp="1"/>
          </p:cNvSpPr>
          <p:nvPr>
            <p:ph type="sldNum" idx="12"/>
          </p:nvPr>
        </p:nvSpPr>
        <p:spPr>
          <a:xfrm>
            <a:off x="6553200" y="6373548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788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788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788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788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788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788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788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788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788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Shape 33"/>
          <p:cNvSpPr txBox="1">
            <a:spLocks noGrp="1"/>
          </p:cNvSpPr>
          <p:nvPr>
            <p:ph type="title"/>
          </p:nvPr>
        </p:nvSpPr>
        <p:spPr>
          <a:xfrm>
            <a:off x="722313" y="4406902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3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4" name="Shape 34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/>
          <a:lstStyle>
            <a:lvl1pPr marL="342900" marR="0" lvl="0" indent="-17145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Noto Sans Symbols"/>
              <a:buNone/>
              <a:defRPr sz="15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685800" marR="0" lvl="1" indent="-171450" algn="l" rtl="0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Noto Sans Symbols"/>
              <a:buNone/>
              <a:defRPr sz="13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028700" marR="0" lvl="2" indent="-17145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Noto Sans Symbols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-171450" algn="l" rtl="0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Noto Sans Symbols"/>
              <a:buNone/>
              <a:defRPr sz="10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714500" marR="0" lvl="4" indent="-171450" algn="l" rtl="0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Noto Sans Symbols"/>
              <a:buNone/>
              <a:defRPr sz="10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057400" marR="0" lvl="5" indent="-171450" algn="l" rtl="0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sz="10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400300" marR="0" lvl="6" indent="-171450" algn="l" rtl="0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sz="10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2743200" marR="0" lvl="7" indent="-171450" algn="l" rtl="0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sz="10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086100" marR="0" lvl="8" indent="-171450" algn="l" rtl="0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sz="10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5" name="Shape 35"/>
          <p:cNvSpPr txBox="1">
            <a:spLocks noGrp="1"/>
          </p:cNvSpPr>
          <p:nvPr>
            <p:ph type="dt" idx="10"/>
          </p:nvPr>
        </p:nvSpPr>
        <p:spPr>
          <a:xfrm>
            <a:off x="457200" y="6381398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788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927D1AF0-74A6-435B-ADC6-86715D84DEFF}" type="datetime1">
              <a:rPr lang="en-US" smtClean="0"/>
              <a:t>10/26/2026</a:t>
            </a:fld>
            <a:endParaRPr/>
          </a:p>
        </p:txBody>
      </p:sp>
      <p:sp>
        <p:nvSpPr>
          <p:cNvPr id="36" name="Shape 36"/>
          <p:cNvSpPr txBox="1">
            <a:spLocks noGrp="1"/>
          </p:cNvSpPr>
          <p:nvPr>
            <p:ph type="ftr" idx="11"/>
          </p:nvPr>
        </p:nvSpPr>
        <p:spPr>
          <a:xfrm>
            <a:off x="3122488" y="6373548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788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lang="en-US"/>
              <a:t>Computer Engineering Dept. MPSTME, Mumbai Campus </a:t>
            </a:r>
            <a:endParaRPr/>
          </a:p>
        </p:txBody>
      </p:sp>
      <p:sp>
        <p:nvSpPr>
          <p:cNvPr id="37" name="Shape 37"/>
          <p:cNvSpPr txBox="1">
            <a:spLocks noGrp="1"/>
          </p:cNvSpPr>
          <p:nvPr>
            <p:ph type="sldNum" idx="12"/>
          </p:nvPr>
        </p:nvSpPr>
        <p:spPr>
          <a:xfrm>
            <a:off x="6553200" y="6373548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788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788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788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788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788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788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788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788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788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Shape 39"/>
          <p:cNvSpPr txBox="1">
            <a:spLocks noGrp="1"/>
          </p:cNvSpPr>
          <p:nvPr>
            <p:ph type="title"/>
          </p:nvPr>
        </p:nvSpPr>
        <p:spPr>
          <a:xfrm>
            <a:off x="457200" y="129540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  <a:defRPr sz="27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0" name="Shape 40"/>
          <p:cNvSpPr txBox="1">
            <a:spLocks noGrp="1"/>
          </p:cNvSpPr>
          <p:nvPr>
            <p:ph type="body" idx="1"/>
          </p:nvPr>
        </p:nvSpPr>
        <p:spPr>
          <a:xfrm>
            <a:off x="457200" y="1600202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342900" marR="0" lvl="0" indent="-304800" algn="l" rtl="0">
              <a:lnSpc>
                <a:spcPct val="100000"/>
              </a:lnSpc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❑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685800" marR="0" lvl="1" indent="-28575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028700" marR="0" lvl="2" indent="-2667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▪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-257175" algn="l" rtl="0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714500" marR="0" lvl="4" indent="-257175" algn="l" rtl="0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057400" marR="0" lvl="5" indent="-257175" algn="l" rtl="0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400300" marR="0" lvl="6" indent="-257175" algn="l" rtl="0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2743200" marR="0" lvl="7" indent="-257175" algn="l" rtl="0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086100" marR="0" lvl="8" indent="-257175" algn="l" rtl="0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1" name="Shape 41"/>
          <p:cNvSpPr txBox="1">
            <a:spLocks noGrp="1"/>
          </p:cNvSpPr>
          <p:nvPr>
            <p:ph type="body" idx="2"/>
          </p:nvPr>
        </p:nvSpPr>
        <p:spPr>
          <a:xfrm>
            <a:off x="4648200" y="1600202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342900" marR="0" lvl="0" indent="-304800" algn="l" rtl="0">
              <a:lnSpc>
                <a:spcPct val="100000"/>
              </a:lnSpc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❑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685800" marR="0" lvl="1" indent="-28575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028700" marR="0" lvl="2" indent="-2667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▪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-257175" algn="l" rtl="0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714500" marR="0" lvl="4" indent="-257175" algn="l" rtl="0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057400" marR="0" lvl="5" indent="-257175" algn="l" rtl="0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400300" marR="0" lvl="6" indent="-257175" algn="l" rtl="0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2743200" marR="0" lvl="7" indent="-257175" algn="l" rtl="0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086100" marR="0" lvl="8" indent="-257175" algn="l" rtl="0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2" name="Shape 42"/>
          <p:cNvSpPr txBox="1">
            <a:spLocks noGrp="1"/>
          </p:cNvSpPr>
          <p:nvPr>
            <p:ph type="dt" idx="10"/>
          </p:nvPr>
        </p:nvSpPr>
        <p:spPr>
          <a:xfrm>
            <a:off x="457200" y="6381398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788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251CE321-8E86-464A-BDEE-89274993642E}" type="datetime1">
              <a:rPr lang="en-US" smtClean="0"/>
              <a:t>10/26/2026</a:t>
            </a:fld>
            <a:endParaRPr/>
          </a:p>
        </p:txBody>
      </p:sp>
      <p:sp>
        <p:nvSpPr>
          <p:cNvPr id="43" name="Shape 43"/>
          <p:cNvSpPr txBox="1">
            <a:spLocks noGrp="1"/>
          </p:cNvSpPr>
          <p:nvPr>
            <p:ph type="ftr" idx="11"/>
          </p:nvPr>
        </p:nvSpPr>
        <p:spPr>
          <a:xfrm>
            <a:off x="3122488" y="6373548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788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lang="en-US"/>
              <a:t>Computer Engineering Dept. MPSTME, Mumbai Campus </a:t>
            </a:r>
            <a:endParaRPr/>
          </a:p>
        </p:txBody>
      </p:sp>
      <p:sp>
        <p:nvSpPr>
          <p:cNvPr id="44" name="Shape 44"/>
          <p:cNvSpPr txBox="1">
            <a:spLocks noGrp="1"/>
          </p:cNvSpPr>
          <p:nvPr>
            <p:ph type="sldNum" idx="12"/>
          </p:nvPr>
        </p:nvSpPr>
        <p:spPr>
          <a:xfrm>
            <a:off x="6553200" y="6373548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788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788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788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788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788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788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788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788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788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46"/>
          <p:cNvSpPr txBox="1">
            <a:spLocks noGrp="1"/>
          </p:cNvSpPr>
          <p:nvPr>
            <p:ph type="title"/>
          </p:nvPr>
        </p:nvSpPr>
        <p:spPr>
          <a:xfrm>
            <a:off x="457200" y="129540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  <a:defRPr sz="27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7" name="Shape 4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/>
          <a:lstStyle>
            <a:lvl1pPr marL="342900" marR="0" lvl="0" indent="-17145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  <a:defRPr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685800" marR="0" lvl="1" indent="-17145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  <a:defRPr sz="15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028700" marR="0" lvl="2" indent="-171450" algn="l" rtl="0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  <a:defRPr sz="135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-17145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714500" marR="0" lvl="4" indent="-17145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057400" marR="0" lvl="5" indent="-17145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400300" marR="0" lvl="6" indent="-17145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2743200" marR="0" lvl="7" indent="-17145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086100" marR="0" lvl="8" indent="-17145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8" name="Shape 48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342900" marR="0" lvl="0" indent="-28575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❑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685800" marR="0" lvl="1" indent="-2667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▪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028700" marR="0" lvl="2" indent="-257175" algn="l" rtl="0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-24765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714500" marR="0" lvl="4" indent="-24765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057400" marR="0" lvl="5" indent="-24765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400300" marR="0" lvl="6" indent="-24765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2743200" marR="0" lvl="7" indent="-24765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086100" marR="0" lvl="8" indent="-24765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9" name="Shape 49"/>
          <p:cNvSpPr txBox="1">
            <a:spLocks noGrp="1"/>
          </p:cNvSpPr>
          <p:nvPr>
            <p:ph type="body" idx="3"/>
          </p:nvPr>
        </p:nvSpPr>
        <p:spPr>
          <a:xfrm>
            <a:off x="4645026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/>
          <a:lstStyle>
            <a:lvl1pPr marL="342900" marR="0" lvl="0" indent="-17145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  <a:defRPr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685800" marR="0" lvl="1" indent="-17145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  <a:defRPr sz="15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028700" marR="0" lvl="2" indent="-171450" algn="l" rtl="0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  <a:defRPr sz="135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-17145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714500" marR="0" lvl="4" indent="-17145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057400" marR="0" lvl="5" indent="-17145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400300" marR="0" lvl="6" indent="-17145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2743200" marR="0" lvl="7" indent="-17145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086100" marR="0" lvl="8" indent="-17145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0" name="Shape 50"/>
          <p:cNvSpPr txBox="1">
            <a:spLocks noGrp="1"/>
          </p:cNvSpPr>
          <p:nvPr>
            <p:ph type="body" idx="4"/>
          </p:nvPr>
        </p:nvSpPr>
        <p:spPr>
          <a:xfrm>
            <a:off x="4645026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342900" marR="0" lvl="0" indent="-28575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❑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685800" marR="0" lvl="1" indent="-2667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▪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028700" marR="0" lvl="2" indent="-257175" algn="l" rtl="0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-24765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714500" marR="0" lvl="4" indent="-24765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057400" marR="0" lvl="5" indent="-24765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400300" marR="0" lvl="6" indent="-24765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2743200" marR="0" lvl="7" indent="-24765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086100" marR="0" lvl="8" indent="-24765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1" name="Shape 51"/>
          <p:cNvSpPr txBox="1">
            <a:spLocks noGrp="1"/>
          </p:cNvSpPr>
          <p:nvPr>
            <p:ph type="dt" idx="10"/>
          </p:nvPr>
        </p:nvSpPr>
        <p:spPr>
          <a:xfrm>
            <a:off x="457200" y="6381398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788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4AA311AD-1A49-46C5-A851-1A130A200094}" type="datetime1">
              <a:rPr lang="en-US" smtClean="0"/>
              <a:t>10/26/2026</a:t>
            </a:fld>
            <a:endParaRPr/>
          </a:p>
        </p:txBody>
      </p:sp>
      <p:sp>
        <p:nvSpPr>
          <p:cNvPr id="52" name="Shape 52"/>
          <p:cNvSpPr txBox="1">
            <a:spLocks noGrp="1"/>
          </p:cNvSpPr>
          <p:nvPr>
            <p:ph type="ftr" idx="11"/>
          </p:nvPr>
        </p:nvSpPr>
        <p:spPr>
          <a:xfrm>
            <a:off x="3122488" y="6373548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788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lang="en-US"/>
              <a:t>Computer Engineering Dept. MPSTME, Mumbai Campus </a:t>
            </a:r>
            <a:endParaRPr/>
          </a:p>
        </p:txBody>
      </p:sp>
      <p:sp>
        <p:nvSpPr>
          <p:cNvPr id="53" name="Shape 53"/>
          <p:cNvSpPr txBox="1">
            <a:spLocks noGrp="1"/>
          </p:cNvSpPr>
          <p:nvPr>
            <p:ph type="sldNum" idx="12"/>
          </p:nvPr>
        </p:nvSpPr>
        <p:spPr>
          <a:xfrm>
            <a:off x="6553200" y="6373548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788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788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788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788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788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788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788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788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788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Shape 59"/>
          <p:cNvSpPr txBox="1"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/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15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0" name="Shape 60"/>
          <p:cNvSpPr txBox="1">
            <a:spLocks noGrp="1"/>
          </p:cNvSpPr>
          <p:nvPr>
            <p:ph type="body" idx="1"/>
          </p:nvPr>
        </p:nvSpPr>
        <p:spPr>
          <a:xfrm>
            <a:off x="3575050" y="273052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342900" marR="0" lvl="0" indent="-32385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Char char="❑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685800" marR="0" lvl="1" indent="-304800" algn="l" rtl="0">
              <a:lnSpc>
                <a:spcPct val="100000"/>
              </a:lnSpc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▪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028700" marR="0" lvl="2" indent="-28575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-2667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▪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714500" marR="0" lvl="4" indent="-2667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▪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057400" marR="0" lvl="5" indent="-2667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400300" marR="0" lvl="6" indent="-2667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2743200" marR="0" lvl="7" indent="-2667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086100" marR="0" lvl="8" indent="-2667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1" name="Shape 61"/>
          <p:cNvSpPr txBox="1">
            <a:spLocks noGrp="1"/>
          </p:cNvSpPr>
          <p:nvPr>
            <p:ph type="body" idx="2"/>
          </p:nvPr>
        </p:nvSpPr>
        <p:spPr>
          <a:xfrm>
            <a:off x="457201" y="1435102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342900" marR="0" lvl="0" indent="-171450" algn="l" rtl="0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None/>
              <a:defRPr sz="10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685800" marR="0" lvl="1" indent="-171450" algn="l" rtl="0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028700" marR="0" lvl="2" indent="-171450" algn="l" rtl="0">
              <a:lnSpc>
                <a:spcPct val="100000"/>
              </a:lnSpc>
              <a:spcBef>
                <a:spcPts val="15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oto Sans Symbols"/>
              <a:buNone/>
              <a:defRPr sz="7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-171450" algn="l" rtl="0">
              <a:lnSpc>
                <a:spcPct val="100000"/>
              </a:lnSpc>
              <a:spcBef>
                <a:spcPts val="135"/>
              </a:spcBef>
              <a:spcAft>
                <a:spcPts val="0"/>
              </a:spcAft>
              <a:buClr>
                <a:schemeClr val="dk1"/>
              </a:buClr>
              <a:buSzPts val="900"/>
              <a:buFont typeface="Noto Sans Symbols"/>
              <a:buNone/>
              <a:defRPr sz="675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714500" marR="0" lvl="4" indent="-171450" algn="l" rtl="0">
              <a:lnSpc>
                <a:spcPct val="100000"/>
              </a:lnSpc>
              <a:spcBef>
                <a:spcPts val="135"/>
              </a:spcBef>
              <a:spcAft>
                <a:spcPts val="0"/>
              </a:spcAft>
              <a:buClr>
                <a:schemeClr val="dk1"/>
              </a:buClr>
              <a:buSzPts val="900"/>
              <a:buFont typeface="Noto Sans Symbols"/>
              <a:buNone/>
              <a:defRPr sz="675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057400" marR="0" lvl="5" indent="-171450" algn="l" rtl="0">
              <a:lnSpc>
                <a:spcPct val="100000"/>
              </a:lnSpc>
              <a:spcBef>
                <a:spcPts val="135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675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400300" marR="0" lvl="6" indent="-171450" algn="l" rtl="0">
              <a:lnSpc>
                <a:spcPct val="100000"/>
              </a:lnSpc>
              <a:spcBef>
                <a:spcPts val="135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675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2743200" marR="0" lvl="7" indent="-171450" algn="l" rtl="0">
              <a:lnSpc>
                <a:spcPct val="100000"/>
              </a:lnSpc>
              <a:spcBef>
                <a:spcPts val="135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675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086100" marR="0" lvl="8" indent="-171450" algn="l" rtl="0">
              <a:lnSpc>
                <a:spcPct val="100000"/>
              </a:lnSpc>
              <a:spcBef>
                <a:spcPts val="135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675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2" name="Shape 62"/>
          <p:cNvSpPr txBox="1">
            <a:spLocks noGrp="1"/>
          </p:cNvSpPr>
          <p:nvPr>
            <p:ph type="dt" idx="10"/>
          </p:nvPr>
        </p:nvSpPr>
        <p:spPr>
          <a:xfrm>
            <a:off x="457200" y="6381398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788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89252B03-F403-4777-A792-65E1AA083379}" type="datetime1">
              <a:rPr lang="en-US" smtClean="0"/>
              <a:t>10/26/2026</a:t>
            </a:fld>
            <a:endParaRPr/>
          </a:p>
        </p:txBody>
      </p:sp>
      <p:sp>
        <p:nvSpPr>
          <p:cNvPr id="63" name="Shape 63"/>
          <p:cNvSpPr txBox="1">
            <a:spLocks noGrp="1"/>
          </p:cNvSpPr>
          <p:nvPr>
            <p:ph type="ftr" idx="11"/>
          </p:nvPr>
        </p:nvSpPr>
        <p:spPr>
          <a:xfrm>
            <a:off x="3122488" y="6373548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788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lang="en-US"/>
              <a:t>Computer Engineering Dept. MPSTME, Mumbai Campus </a:t>
            </a:r>
            <a:endParaRPr/>
          </a:p>
        </p:txBody>
      </p:sp>
      <p:sp>
        <p:nvSpPr>
          <p:cNvPr id="64" name="Shape 64"/>
          <p:cNvSpPr txBox="1">
            <a:spLocks noGrp="1"/>
          </p:cNvSpPr>
          <p:nvPr>
            <p:ph type="sldNum" idx="12"/>
          </p:nvPr>
        </p:nvSpPr>
        <p:spPr>
          <a:xfrm>
            <a:off x="6553200" y="6373548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788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788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788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788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788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788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788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788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788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Shape 66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/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15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7" name="Shape 67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R="0" lvl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8" name="Shape 68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342900" marR="0" lvl="0" indent="-171450" algn="l" rtl="0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None/>
              <a:defRPr sz="10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685800" marR="0" lvl="1" indent="-171450" algn="l" rtl="0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028700" marR="0" lvl="2" indent="-171450" algn="l" rtl="0">
              <a:lnSpc>
                <a:spcPct val="100000"/>
              </a:lnSpc>
              <a:spcBef>
                <a:spcPts val="15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oto Sans Symbols"/>
              <a:buNone/>
              <a:defRPr sz="7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-171450" algn="l" rtl="0">
              <a:lnSpc>
                <a:spcPct val="100000"/>
              </a:lnSpc>
              <a:spcBef>
                <a:spcPts val="135"/>
              </a:spcBef>
              <a:spcAft>
                <a:spcPts val="0"/>
              </a:spcAft>
              <a:buClr>
                <a:schemeClr val="dk1"/>
              </a:buClr>
              <a:buSzPts val="900"/>
              <a:buFont typeface="Noto Sans Symbols"/>
              <a:buNone/>
              <a:defRPr sz="675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714500" marR="0" lvl="4" indent="-171450" algn="l" rtl="0">
              <a:lnSpc>
                <a:spcPct val="100000"/>
              </a:lnSpc>
              <a:spcBef>
                <a:spcPts val="135"/>
              </a:spcBef>
              <a:spcAft>
                <a:spcPts val="0"/>
              </a:spcAft>
              <a:buClr>
                <a:schemeClr val="dk1"/>
              </a:buClr>
              <a:buSzPts val="900"/>
              <a:buFont typeface="Noto Sans Symbols"/>
              <a:buNone/>
              <a:defRPr sz="675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057400" marR="0" lvl="5" indent="-171450" algn="l" rtl="0">
              <a:lnSpc>
                <a:spcPct val="100000"/>
              </a:lnSpc>
              <a:spcBef>
                <a:spcPts val="135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675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400300" marR="0" lvl="6" indent="-171450" algn="l" rtl="0">
              <a:lnSpc>
                <a:spcPct val="100000"/>
              </a:lnSpc>
              <a:spcBef>
                <a:spcPts val="135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675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2743200" marR="0" lvl="7" indent="-171450" algn="l" rtl="0">
              <a:lnSpc>
                <a:spcPct val="100000"/>
              </a:lnSpc>
              <a:spcBef>
                <a:spcPts val="135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675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086100" marR="0" lvl="8" indent="-171450" algn="l" rtl="0">
              <a:lnSpc>
                <a:spcPct val="100000"/>
              </a:lnSpc>
              <a:spcBef>
                <a:spcPts val="135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675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9" name="Shape 69"/>
          <p:cNvSpPr txBox="1">
            <a:spLocks noGrp="1"/>
          </p:cNvSpPr>
          <p:nvPr>
            <p:ph type="dt" idx="10"/>
          </p:nvPr>
        </p:nvSpPr>
        <p:spPr>
          <a:xfrm>
            <a:off x="457200" y="6381398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788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8245805E-865A-4920-A64D-75716755D983}" type="datetime1">
              <a:rPr lang="en-US" smtClean="0"/>
              <a:t>10/26/2026</a:t>
            </a:fld>
            <a:endParaRPr/>
          </a:p>
        </p:txBody>
      </p:sp>
      <p:sp>
        <p:nvSpPr>
          <p:cNvPr id="70" name="Shape 70"/>
          <p:cNvSpPr txBox="1">
            <a:spLocks noGrp="1"/>
          </p:cNvSpPr>
          <p:nvPr>
            <p:ph type="ftr" idx="11"/>
          </p:nvPr>
        </p:nvSpPr>
        <p:spPr>
          <a:xfrm>
            <a:off x="3122488" y="6373548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788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lang="en-US"/>
              <a:t>Computer Engineering Dept. MPSTME, Mumbai Campus </a:t>
            </a:r>
            <a:endParaRPr/>
          </a:p>
        </p:txBody>
      </p:sp>
      <p:sp>
        <p:nvSpPr>
          <p:cNvPr id="71" name="Shape 71"/>
          <p:cNvSpPr txBox="1">
            <a:spLocks noGrp="1"/>
          </p:cNvSpPr>
          <p:nvPr>
            <p:ph type="sldNum" idx="12"/>
          </p:nvPr>
        </p:nvSpPr>
        <p:spPr>
          <a:xfrm>
            <a:off x="6553200" y="6373548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788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788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788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788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788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788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788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788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788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Shape 73"/>
          <p:cNvSpPr txBox="1">
            <a:spLocks noGrp="1"/>
          </p:cNvSpPr>
          <p:nvPr>
            <p:ph type="title"/>
          </p:nvPr>
        </p:nvSpPr>
        <p:spPr>
          <a:xfrm>
            <a:off x="457200" y="129540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  <a:defRPr sz="27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4" name="Shape 74"/>
          <p:cNvSpPr txBox="1">
            <a:spLocks noGrp="1"/>
          </p:cNvSpPr>
          <p:nvPr>
            <p:ph type="body" idx="1"/>
          </p:nvPr>
        </p:nvSpPr>
        <p:spPr>
          <a:xfrm rot="5400000">
            <a:off x="2536825" y="206375"/>
            <a:ext cx="4070351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342900" marR="0" lvl="0" indent="-28575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❑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685800" marR="0" lvl="1" indent="-2667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▪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028700" marR="0" lvl="2" indent="-257175" algn="l" rtl="0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-24765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714500" marR="0" lvl="4" indent="-24765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057400" marR="0" lvl="5" indent="-2667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400300" marR="0" lvl="6" indent="-2667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2743200" marR="0" lvl="7" indent="-2667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086100" marR="0" lvl="8" indent="-2667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5" name="Shape 75"/>
          <p:cNvSpPr txBox="1">
            <a:spLocks noGrp="1"/>
          </p:cNvSpPr>
          <p:nvPr>
            <p:ph type="dt" idx="10"/>
          </p:nvPr>
        </p:nvSpPr>
        <p:spPr>
          <a:xfrm>
            <a:off x="457200" y="6381398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788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1416501A-7A99-40D9-A72C-2746E5187F85}" type="datetime1">
              <a:rPr lang="en-US" smtClean="0"/>
              <a:t>10/26/2026</a:t>
            </a:fld>
            <a:endParaRPr/>
          </a:p>
        </p:txBody>
      </p:sp>
      <p:sp>
        <p:nvSpPr>
          <p:cNvPr id="76" name="Shape 76"/>
          <p:cNvSpPr txBox="1">
            <a:spLocks noGrp="1"/>
          </p:cNvSpPr>
          <p:nvPr>
            <p:ph type="ftr" idx="11"/>
          </p:nvPr>
        </p:nvSpPr>
        <p:spPr>
          <a:xfrm>
            <a:off x="3122488" y="6373548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788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lang="en-US"/>
              <a:t>Computer Engineering Dept. MPSTME, Mumbai Campus </a:t>
            </a:r>
            <a:endParaRPr/>
          </a:p>
        </p:txBody>
      </p:sp>
      <p:sp>
        <p:nvSpPr>
          <p:cNvPr id="77" name="Shape 77"/>
          <p:cNvSpPr txBox="1">
            <a:spLocks noGrp="1"/>
          </p:cNvSpPr>
          <p:nvPr>
            <p:ph type="sldNum" idx="12"/>
          </p:nvPr>
        </p:nvSpPr>
        <p:spPr>
          <a:xfrm>
            <a:off x="6553200" y="6373548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788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788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788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788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788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788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788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788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788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Shape 79"/>
          <p:cNvSpPr txBox="1">
            <a:spLocks noGrp="1"/>
          </p:cNvSpPr>
          <p:nvPr>
            <p:ph type="title"/>
          </p:nvPr>
        </p:nvSpPr>
        <p:spPr>
          <a:xfrm rot="5400000">
            <a:off x="4732338" y="2171700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  <a:defRPr sz="27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0" name="Shape 80"/>
          <p:cNvSpPr txBox="1">
            <a:spLocks noGrp="1"/>
          </p:cNvSpPr>
          <p:nvPr>
            <p:ph type="body" idx="1"/>
          </p:nvPr>
        </p:nvSpPr>
        <p:spPr>
          <a:xfrm rot="5400000">
            <a:off x="541339" y="190501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342900" marR="0" lvl="0" indent="-28575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❑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685800" marR="0" lvl="1" indent="-2667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▪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028700" marR="0" lvl="2" indent="-257175" algn="l" rtl="0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-24765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714500" marR="0" lvl="4" indent="-24765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057400" marR="0" lvl="5" indent="-2667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400300" marR="0" lvl="6" indent="-2667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2743200" marR="0" lvl="7" indent="-2667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086100" marR="0" lvl="8" indent="-2667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1" name="Shape 81"/>
          <p:cNvSpPr txBox="1">
            <a:spLocks noGrp="1"/>
          </p:cNvSpPr>
          <p:nvPr>
            <p:ph type="dt" idx="10"/>
          </p:nvPr>
        </p:nvSpPr>
        <p:spPr>
          <a:xfrm>
            <a:off x="457200" y="6381398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788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9276BF41-2A73-4173-B240-C16B2B5DA131}" type="datetime1">
              <a:rPr lang="en-US" smtClean="0"/>
              <a:t>10/26/2026</a:t>
            </a:fld>
            <a:endParaRPr/>
          </a:p>
        </p:txBody>
      </p:sp>
      <p:sp>
        <p:nvSpPr>
          <p:cNvPr id="82" name="Shape 82"/>
          <p:cNvSpPr txBox="1">
            <a:spLocks noGrp="1"/>
          </p:cNvSpPr>
          <p:nvPr>
            <p:ph type="ftr" idx="11"/>
          </p:nvPr>
        </p:nvSpPr>
        <p:spPr>
          <a:xfrm>
            <a:off x="3122488" y="6373548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788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lang="en-US"/>
              <a:t>Computer Engineering Dept. MPSTME, Mumbai Campus </a:t>
            </a:r>
            <a:endParaRPr/>
          </a:p>
        </p:txBody>
      </p:sp>
      <p:sp>
        <p:nvSpPr>
          <p:cNvPr id="83" name="Shape 83"/>
          <p:cNvSpPr txBox="1">
            <a:spLocks noGrp="1"/>
          </p:cNvSpPr>
          <p:nvPr>
            <p:ph type="sldNum" idx="12"/>
          </p:nvPr>
        </p:nvSpPr>
        <p:spPr>
          <a:xfrm>
            <a:off x="6553200" y="6373548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788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788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788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788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788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788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788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788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788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5" Type="http://schemas.openxmlformats.org/officeDocument/2006/relationships/slideLayout" Target="../slideLayouts/slideLayout5.xml" /><Relationship Id="rId10" Type="http://schemas.openxmlformats.org/officeDocument/2006/relationships/image" Target="../media/image1.jpg" /><Relationship Id="rId4" Type="http://schemas.openxmlformats.org/officeDocument/2006/relationships/slideLayout" Target="../slideLayouts/slideLayout4.xml" /><Relationship Id="rId9" Type="http://schemas.openxmlformats.org/officeDocument/2006/relationships/theme" Target="../theme/theme1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0">
            <a:lum/>
          </a:blip>
          <a:srcRect/>
          <a:stretch>
            <a:fillRect r="-22000"/>
          </a:stretch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 txBox="1">
            <a:spLocks noGrp="1"/>
          </p:cNvSpPr>
          <p:nvPr>
            <p:ph type="title"/>
          </p:nvPr>
        </p:nvSpPr>
        <p:spPr>
          <a:xfrm>
            <a:off x="457200" y="129540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  <a:defRPr sz="3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Shape 11"/>
          <p:cNvSpPr txBox="1">
            <a:spLocks noGrp="1"/>
          </p:cNvSpPr>
          <p:nvPr>
            <p:ph type="body" idx="1"/>
          </p:nvPr>
        </p:nvSpPr>
        <p:spPr>
          <a:xfrm>
            <a:off x="457200" y="2286002"/>
            <a:ext cx="8229600" cy="40703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marR="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❑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▪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▪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▪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Shape 12"/>
          <p:cNvSpPr txBox="1">
            <a:spLocks noGrp="1"/>
          </p:cNvSpPr>
          <p:nvPr>
            <p:ph type="dt" idx="10"/>
          </p:nvPr>
        </p:nvSpPr>
        <p:spPr>
          <a:xfrm>
            <a:off x="457200" y="6381398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788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423FE780-9047-4C10-926F-A43A97007AC1}" type="datetime1">
              <a:rPr lang="en-US" smtClean="0"/>
              <a:t>10/26/2026</a:t>
            </a:fld>
            <a:endParaRPr/>
          </a:p>
        </p:txBody>
      </p:sp>
      <p:sp>
        <p:nvSpPr>
          <p:cNvPr id="13" name="Shape 13"/>
          <p:cNvSpPr txBox="1">
            <a:spLocks noGrp="1"/>
          </p:cNvSpPr>
          <p:nvPr>
            <p:ph type="ftr" idx="11"/>
          </p:nvPr>
        </p:nvSpPr>
        <p:spPr>
          <a:xfrm>
            <a:off x="3122488" y="6373548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788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lang="en-US"/>
              <a:t>Computer Engineering Dept. MPSTME, Mumbai Campus </a:t>
            </a:r>
            <a:endParaRPr/>
          </a:p>
        </p:txBody>
      </p:sp>
      <p:sp>
        <p:nvSpPr>
          <p:cNvPr id="14" name="Shape 14"/>
          <p:cNvSpPr txBox="1">
            <a:spLocks noGrp="1"/>
          </p:cNvSpPr>
          <p:nvPr>
            <p:ph type="sldNum" idx="12"/>
          </p:nvPr>
        </p:nvSpPr>
        <p:spPr>
          <a:xfrm>
            <a:off x="6553200" y="6373548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788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788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788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788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788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788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788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788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788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IN" smtClean="0"/>
              <a:pPr/>
              <a:t>‹#›</a:t>
            </a:fld>
            <a:endParaRPr lang="en-I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1" r:id="rId2"/>
    <p:sldLayoutId id="2147483652" r:id="rId3"/>
    <p:sldLayoutId id="2147483653" r:id="rId4"/>
    <p:sldLayoutId id="2147483655" r:id="rId5"/>
    <p:sldLayoutId id="2147483656" r:id="rId6"/>
    <p:sldLayoutId id="2147483657" r:id="rId7"/>
    <p:sldLayoutId id="2147483658" r:id="rId8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 /><Relationship Id="rId1" Type="http://schemas.openxmlformats.org/officeDocument/2006/relationships/slideLayout" Target="../slideLayouts/slideLayout1.xml" 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 /><Relationship Id="rId1" Type="http://schemas.openxmlformats.org/officeDocument/2006/relationships/slideLayout" Target="../slideLayouts/slideLayout1.xml" 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 /><Relationship Id="rId1" Type="http://schemas.openxmlformats.org/officeDocument/2006/relationships/slideLayout" Target="../slideLayouts/slideLayout1.xml" 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 /><Relationship Id="rId1" Type="http://schemas.openxmlformats.org/officeDocument/2006/relationships/slideLayout" Target="../slideLayouts/slideLayout1.xml" 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Shape 88"/>
          <p:cNvSpPr txBox="1">
            <a:spLocks noGrp="1"/>
          </p:cNvSpPr>
          <p:nvPr>
            <p:ph type="ctrTitle"/>
          </p:nvPr>
        </p:nvSpPr>
        <p:spPr>
          <a:xfrm>
            <a:off x="1657350" y="1309444"/>
            <a:ext cx="5829300" cy="712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r>
              <a:rPr lang="en-US" sz="5400" dirty="0"/>
              <a:t>Process Control</a:t>
            </a:r>
            <a:endParaRPr sz="5400" dirty="0"/>
          </a:p>
        </p:txBody>
      </p:sp>
      <p:sp>
        <p:nvSpPr>
          <p:cNvPr id="89" name="Shape 89"/>
          <p:cNvSpPr txBox="1">
            <a:spLocks noGrp="1"/>
          </p:cNvSpPr>
          <p:nvPr>
            <p:ph type="subTitle" idx="1"/>
          </p:nvPr>
        </p:nvSpPr>
        <p:spPr>
          <a:xfrm>
            <a:off x="2171700" y="2130609"/>
            <a:ext cx="4800600" cy="45779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noAutofit/>
          </a:bodyPr>
          <a:lstStyle/>
          <a:p>
            <a:pPr marL="0" indent="0">
              <a:spcBef>
                <a:spcPts val="0"/>
              </a:spcBef>
            </a:pPr>
            <a:r>
              <a:rPr lang="en-US" sz="2400" dirty="0">
                <a:solidFill>
                  <a:schemeClr val="tx1"/>
                </a:solidFill>
              </a:rPr>
              <a:t>Developed By </a:t>
            </a:r>
          </a:p>
          <a:p>
            <a:pPr marL="0" indent="0">
              <a:spcBef>
                <a:spcPts val="0"/>
              </a:spcBef>
            </a:pPr>
            <a:r>
              <a:rPr lang="en-US" sz="2400" dirty="0" err="1">
                <a:solidFill>
                  <a:schemeClr val="tx1"/>
                </a:solidFill>
              </a:rPr>
              <a:t>Siddarth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Bangera</a:t>
            </a:r>
            <a:r>
              <a:rPr lang="en-US" sz="2400" dirty="0">
                <a:solidFill>
                  <a:schemeClr val="tx1"/>
                </a:solidFill>
              </a:rPr>
              <a:t> [ H002]</a:t>
            </a:r>
          </a:p>
          <a:p>
            <a:pPr marL="0" indent="0">
              <a:spcBef>
                <a:spcPts val="0"/>
              </a:spcBef>
            </a:pPr>
            <a:r>
              <a:rPr lang="en-US" sz="2400" dirty="0">
                <a:solidFill>
                  <a:schemeClr val="tx1"/>
                </a:solidFill>
              </a:rPr>
              <a:t>Brendan </a:t>
            </a:r>
            <a:r>
              <a:rPr lang="en-US" sz="2400" dirty="0" err="1">
                <a:solidFill>
                  <a:schemeClr val="tx1"/>
                </a:solidFill>
              </a:rPr>
              <a:t>D’souza</a:t>
            </a:r>
            <a:r>
              <a:rPr lang="en-US" sz="2400" dirty="0">
                <a:solidFill>
                  <a:schemeClr val="tx1"/>
                </a:solidFill>
              </a:rPr>
              <a:t> [H004]</a:t>
            </a:r>
          </a:p>
          <a:p>
            <a:pPr marL="0" indent="0">
              <a:spcBef>
                <a:spcPts val="0"/>
              </a:spcBef>
            </a:pPr>
            <a:r>
              <a:rPr lang="en-US" sz="2400" dirty="0" err="1">
                <a:solidFill>
                  <a:schemeClr val="tx1"/>
                </a:solidFill>
              </a:rPr>
              <a:t>Pakshan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Badhniwalla</a:t>
            </a:r>
            <a:r>
              <a:rPr lang="en-US" sz="2400" dirty="0">
                <a:solidFill>
                  <a:schemeClr val="tx1"/>
                </a:solidFill>
              </a:rPr>
              <a:t> [H006]</a:t>
            </a:r>
          </a:p>
          <a:p>
            <a:pPr marL="0" indent="0">
              <a:spcBef>
                <a:spcPts val="0"/>
              </a:spcBef>
            </a:pPr>
            <a:r>
              <a:rPr lang="en-US" sz="2400">
                <a:solidFill>
                  <a:schemeClr val="tx1"/>
                </a:solidFill>
              </a:rPr>
              <a:t>Danish Ansari [H007]</a:t>
            </a:r>
            <a:endParaRPr lang="en-US" sz="2400" dirty="0">
              <a:solidFill>
                <a:schemeClr val="tx1"/>
              </a:solidFill>
            </a:endParaRPr>
          </a:p>
          <a:p>
            <a:pPr marL="0" indent="0">
              <a:spcBef>
                <a:spcPts val="0"/>
              </a:spcBef>
            </a:pPr>
            <a:endParaRPr lang="en-US" sz="1400" dirty="0">
              <a:solidFill>
                <a:schemeClr val="tx1"/>
              </a:solidFill>
            </a:endParaRPr>
          </a:p>
          <a:p>
            <a:pPr marL="0" indent="0">
              <a:spcBef>
                <a:spcPts val="0"/>
              </a:spcBef>
            </a:pPr>
            <a:r>
              <a:rPr lang="en-US" sz="2400" dirty="0">
                <a:solidFill>
                  <a:schemeClr val="tx1"/>
                </a:solidFill>
              </a:rPr>
              <a:t>Under the Guidance of</a:t>
            </a:r>
          </a:p>
          <a:p>
            <a:pPr marL="0" indent="0">
              <a:spcBef>
                <a:spcPts val="0"/>
              </a:spcBef>
            </a:pPr>
            <a:r>
              <a:rPr lang="en-US" sz="2400" dirty="0">
                <a:solidFill>
                  <a:schemeClr val="tx1"/>
                </a:solidFill>
              </a:rPr>
              <a:t>Dr. Dattatray Sawant</a:t>
            </a:r>
          </a:p>
          <a:p>
            <a:pPr marL="0" indent="0">
              <a:spcBef>
                <a:spcPts val="0"/>
              </a:spcBef>
            </a:pPr>
            <a:endParaRPr lang="en-US" sz="1400" dirty="0">
              <a:solidFill>
                <a:schemeClr val="tx1"/>
              </a:solidFill>
            </a:endParaRPr>
          </a:p>
          <a:p>
            <a:pPr marL="0" indent="0">
              <a:spcBef>
                <a:spcPts val="0"/>
              </a:spcBef>
            </a:pPr>
            <a:r>
              <a:rPr lang="en-US" sz="2400" dirty="0">
                <a:solidFill>
                  <a:schemeClr val="tx1"/>
                </a:solidFill>
              </a:rPr>
              <a:t>Sem : VI   Subject : SCADA </a:t>
            </a:r>
          </a:p>
          <a:p>
            <a:pPr marL="0" indent="0">
              <a:spcBef>
                <a:spcPts val="0"/>
              </a:spcBef>
            </a:pPr>
            <a:r>
              <a:rPr lang="en-US" sz="2400" dirty="0">
                <a:solidFill>
                  <a:schemeClr val="tx1"/>
                </a:solidFill>
              </a:rPr>
              <a:t>B Tech Mechatronics </a:t>
            </a:r>
          </a:p>
          <a:p>
            <a:pPr marL="0" indent="0">
              <a:spcBef>
                <a:spcPts val="0"/>
              </a:spcBef>
            </a:pPr>
            <a:endParaRPr lang="en-US" sz="1600" dirty="0">
              <a:solidFill>
                <a:schemeClr val="tx1"/>
              </a:solidFill>
            </a:endParaRPr>
          </a:p>
          <a:p>
            <a:pPr marL="0" indent="0">
              <a:spcBef>
                <a:spcPts val="0"/>
              </a:spcBef>
            </a:pPr>
            <a:r>
              <a:rPr lang="en-US" dirty="0">
                <a:solidFill>
                  <a:schemeClr val="tx1"/>
                </a:solidFill>
              </a:rPr>
              <a:t>Academic Year : 2026 -2027</a:t>
            </a:r>
          </a:p>
          <a:p>
            <a:pPr marL="0" indent="0">
              <a:spcBef>
                <a:spcPts val="0"/>
              </a:spcBef>
            </a:pPr>
            <a:r>
              <a:rPr lang="en-US" dirty="0">
                <a:solidFill>
                  <a:schemeClr val="tx1"/>
                </a:solidFill>
              </a:rPr>
              <a:t>  </a:t>
            </a:r>
          </a:p>
          <a:p>
            <a:pPr marL="0" indent="0">
              <a:spcBef>
                <a:spcPts val="0"/>
              </a:spcBef>
            </a:pPr>
            <a:endParaRPr lang="en-US" dirty="0">
              <a:solidFill>
                <a:schemeClr val="tx1"/>
              </a:solidFill>
            </a:endParaRPr>
          </a:p>
          <a:p>
            <a:pPr marL="0" indent="0">
              <a:spcBef>
                <a:spcPts val="0"/>
              </a:spcBef>
            </a:pPr>
            <a:endParaRPr lang="en-US" dirty="0">
              <a:solidFill>
                <a:schemeClr val="tx1"/>
              </a:solidFill>
            </a:endParaRPr>
          </a:p>
          <a:p>
            <a:pPr marL="0" indent="0">
              <a:spcBef>
                <a:spcPts val="0"/>
              </a:spcBef>
            </a:pPr>
            <a:endParaRPr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Shape 88"/>
          <p:cNvSpPr txBox="1">
            <a:spLocks noGrp="1"/>
          </p:cNvSpPr>
          <p:nvPr>
            <p:ph type="ctrTitle"/>
          </p:nvPr>
        </p:nvSpPr>
        <p:spPr>
          <a:xfrm>
            <a:off x="1657350" y="1309443"/>
            <a:ext cx="5829300" cy="11025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r>
              <a:rPr lang="en-US" sz="2800" dirty="0"/>
              <a:t>VI’s used in Front Panel</a:t>
            </a:r>
          </a:p>
        </p:txBody>
      </p:sp>
      <p:sp>
        <p:nvSpPr>
          <p:cNvPr id="89" name="Shape 89"/>
          <p:cNvSpPr txBox="1">
            <a:spLocks noGrp="1"/>
          </p:cNvSpPr>
          <p:nvPr>
            <p:ph type="subTitle" idx="1"/>
          </p:nvPr>
        </p:nvSpPr>
        <p:spPr>
          <a:xfrm>
            <a:off x="2171700" y="2411963"/>
            <a:ext cx="4800600" cy="39993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noAutofit/>
          </a:bodyPr>
          <a:lstStyle/>
          <a:p>
            <a:pPr marL="0" indent="0">
              <a:spcBef>
                <a:spcPts val="0"/>
              </a:spcBef>
            </a:pPr>
            <a:endParaRPr lang="en-US" dirty="0">
              <a:solidFill>
                <a:schemeClr val="tx1"/>
              </a:solidFill>
            </a:endParaRPr>
          </a:p>
          <a:p>
            <a:pPr marL="0" indent="0">
              <a:spcBef>
                <a:spcPts val="0"/>
              </a:spcBef>
            </a:pPr>
            <a:endParaRPr lang="en-US" dirty="0">
              <a:solidFill>
                <a:schemeClr val="tx1"/>
              </a:solidFill>
            </a:endParaRPr>
          </a:p>
          <a:p>
            <a:pPr marL="0" indent="0">
              <a:spcBef>
                <a:spcPts val="0"/>
              </a:spcBef>
            </a:pPr>
            <a:endParaRPr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188910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Shape 88"/>
          <p:cNvSpPr txBox="1">
            <a:spLocks noGrp="1"/>
          </p:cNvSpPr>
          <p:nvPr>
            <p:ph type="ctrTitle"/>
          </p:nvPr>
        </p:nvSpPr>
        <p:spPr>
          <a:xfrm>
            <a:off x="1657350" y="1309443"/>
            <a:ext cx="5829300" cy="11025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r>
              <a:rPr lang="en-US" sz="2800" dirty="0"/>
              <a:t>VI’s used in Block Diagram</a:t>
            </a:r>
            <a:r>
              <a:rPr lang="en-US" sz="2400" dirty="0"/>
              <a:t> </a:t>
            </a:r>
            <a:endParaRPr lang="en-US" dirty="0"/>
          </a:p>
        </p:txBody>
      </p:sp>
      <p:sp>
        <p:nvSpPr>
          <p:cNvPr id="89" name="Shape 89"/>
          <p:cNvSpPr txBox="1">
            <a:spLocks noGrp="1"/>
          </p:cNvSpPr>
          <p:nvPr>
            <p:ph type="subTitle" idx="1"/>
          </p:nvPr>
        </p:nvSpPr>
        <p:spPr>
          <a:xfrm>
            <a:off x="2171700" y="2411963"/>
            <a:ext cx="4800600" cy="39993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noAutofit/>
          </a:bodyPr>
          <a:lstStyle/>
          <a:p>
            <a:pPr marL="0" indent="0">
              <a:spcBef>
                <a:spcPts val="0"/>
              </a:spcBef>
            </a:pPr>
            <a:endParaRPr lang="en-US" dirty="0">
              <a:solidFill>
                <a:schemeClr val="tx1"/>
              </a:solidFill>
            </a:endParaRPr>
          </a:p>
          <a:p>
            <a:pPr marL="0" indent="0">
              <a:spcBef>
                <a:spcPts val="0"/>
              </a:spcBef>
            </a:pPr>
            <a:endParaRPr lang="en-US" dirty="0">
              <a:solidFill>
                <a:schemeClr val="tx1"/>
              </a:solidFill>
            </a:endParaRPr>
          </a:p>
          <a:p>
            <a:pPr marL="0" indent="0">
              <a:spcBef>
                <a:spcPts val="0"/>
              </a:spcBef>
            </a:pPr>
            <a:endParaRPr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898951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Shape 88"/>
          <p:cNvSpPr txBox="1">
            <a:spLocks noGrp="1"/>
          </p:cNvSpPr>
          <p:nvPr>
            <p:ph type="ctrTitle"/>
          </p:nvPr>
        </p:nvSpPr>
        <p:spPr>
          <a:xfrm>
            <a:off x="1657350" y="1309443"/>
            <a:ext cx="5829300" cy="11025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r>
              <a:rPr lang="en-US" sz="2800" dirty="0"/>
              <a:t>Components used in Hardware</a:t>
            </a:r>
          </a:p>
        </p:txBody>
      </p:sp>
      <p:sp>
        <p:nvSpPr>
          <p:cNvPr id="89" name="Shape 89"/>
          <p:cNvSpPr txBox="1">
            <a:spLocks noGrp="1"/>
          </p:cNvSpPr>
          <p:nvPr>
            <p:ph type="subTitle" idx="1"/>
          </p:nvPr>
        </p:nvSpPr>
        <p:spPr>
          <a:xfrm>
            <a:off x="2171700" y="2411963"/>
            <a:ext cx="4800600" cy="39993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noAutofit/>
          </a:bodyPr>
          <a:lstStyle/>
          <a:p>
            <a:pPr marL="0" indent="0">
              <a:spcBef>
                <a:spcPts val="0"/>
              </a:spcBef>
            </a:pPr>
            <a:endParaRPr lang="en-US" dirty="0">
              <a:solidFill>
                <a:schemeClr val="tx1"/>
              </a:solidFill>
            </a:endParaRPr>
          </a:p>
          <a:p>
            <a:pPr marL="0" indent="0">
              <a:spcBef>
                <a:spcPts val="0"/>
              </a:spcBef>
            </a:pPr>
            <a:endParaRPr lang="en-US" dirty="0">
              <a:solidFill>
                <a:schemeClr val="tx1"/>
              </a:solidFill>
            </a:endParaRPr>
          </a:p>
          <a:p>
            <a:pPr marL="0" indent="0">
              <a:spcBef>
                <a:spcPts val="0"/>
              </a:spcBef>
            </a:pPr>
            <a:endParaRPr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731982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2956171"/>
            <a:ext cx="7772400" cy="1362075"/>
          </a:xfrm>
        </p:spPr>
        <p:txBody>
          <a:bodyPr/>
          <a:lstStyle/>
          <a:p>
            <a:pPr algn="ctr"/>
            <a:r>
              <a:rPr lang="en-US" sz="6600" dirty="0"/>
              <a:t>THANK YOU</a:t>
            </a:r>
            <a:endParaRPr lang="en-IN" sz="6600" dirty="0"/>
          </a:p>
        </p:txBody>
      </p:sp>
    </p:spTree>
    <p:extLst>
      <p:ext uri="{BB962C8B-B14F-4D97-AF65-F5344CB8AC3E}">
        <p14:creationId xmlns:p14="http://schemas.microsoft.com/office/powerpoint/2010/main" val="3078657140"/>
      </p:ext>
    </p:extLst>
  </p:cSld>
  <p:clrMapOvr>
    <a:masterClrMapping/>
  </p:clrMapOvr>
</p:sld>
</file>

<file path=ppt/theme/theme1.xml><?xml version="1.0" encoding="utf-8"?>
<a:theme xmlns:a="http://schemas.openxmlformats.org/drawingml/2006/main" name="MPST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128</TotalTime>
  <Words>64</Words>
  <Application>Microsoft Office PowerPoint</Application>
  <PresentationFormat>On-screen Show (4:3)</PresentationFormat>
  <Paragraphs>23</Paragraphs>
  <Slides>5</Slides>
  <Notes>4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MPSTME</vt:lpstr>
      <vt:lpstr>Process Control</vt:lpstr>
      <vt:lpstr>VI’s used in Front Panel</vt:lpstr>
      <vt:lpstr>VI’s used in Block Diagram </vt:lpstr>
      <vt:lpstr>Components used in Hardware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Predicting Air Pollution Trends</dc:title>
  <dc:creator>Shubha Puthran</dc:creator>
  <cp:lastModifiedBy>Dattatray Sawant (Dr.)</cp:lastModifiedBy>
  <cp:revision>69</cp:revision>
  <dcterms:modified xsi:type="dcterms:W3CDTF">2026-10-26T11:57:57Z</dcterms:modified>
</cp:coreProperties>
</file>