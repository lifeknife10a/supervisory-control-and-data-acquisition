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4827BA-D83F-432B-8BB3-9A1341AC71A0}" v="47" dt="2023-02-02T09:02:11.422"/>
  </p1510:revLst>
</p1510:revInfo>
</file>

<file path=ppt/tableStyles.xml><?xml version="1.0" encoding="utf-8"?>
<a:tblStyleLst xmlns:a="http://schemas.openxmlformats.org/drawingml/2006/main" def="{8C340B0B-6CC3-454F-905E-1137773BADF3}">
  <a:tblStyle styleId="{8C340B0B-6CC3-454F-905E-1137773BADF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D982B76-083E-44EE-A541-5E1ADE81FB3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98"/>
    <p:restoredTop sz="94658"/>
  </p:normalViewPr>
  <p:slideViewPr>
    <p:cSldViewPr snapToGrid="0">
      <p:cViewPr>
        <p:scale>
          <a:sx n="123" d="100"/>
          <a:sy n="123" d="100"/>
        </p:scale>
        <p:origin x="1368" y="1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13F28B-CA5C-9142-9B86-5B46AA50BCF1}" type="doc">
      <dgm:prSet loTypeId="urn:microsoft.com/office/officeart/2005/8/layout/list1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GB"/>
        </a:p>
      </dgm:t>
    </dgm:pt>
    <dgm:pt modelId="{22F33854-D490-0244-9282-278EA1E92CD3}">
      <dgm:prSet/>
      <dgm:spPr/>
      <dgm:t>
        <a:bodyPr/>
        <a:lstStyle/>
        <a:p>
          <a:r>
            <a:rPr lang="en-IN" b="0" i="0"/>
            <a:t>LabVIEW WebSockets Library (MediaMongrels/NI)</a:t>
          </a:r>
          <a:endParaRPr lang="en-IN"/>
        </a:p>
      </dgm:t>
    </dgm:pt>
    <dgm:pt modelId="{E524F183-9194-9742-86CE-0C557758E821}" type="parTrans" cxnId="{EB8D2DD5-56C9-FC4D-9C2B-309EFF149C28}">
      <dgm:prSet/>
      <dgm:spPr/>
      <dgm:t>
        <a:bodyPr/>
        <a:lstStyle/>
        <a:p>
          <a:endParaRPr lang="en-GB"/>
        </a:p>
      </dgm:t>
    </dgm:pt>
    <dgm:pt modelId="{BBAAFEA3-87DB-854C-8EE2-4546771C6A3E}" type="sibTrans" cxnId="{EB8D2DD5-56C9-FC4D-9C2B-309EFF149C28}">
      <dgm:prSet/>
      <dgm:spPr/>
      <dgm:t>
        <a:bodyPr/>
        <a:lstStyle/>
        <a:p>
          <a:endParaRPr lang="en-GB"/>
        </a:p>
      </dgm:t>
    </dgm:pt>
    <dgm:pt modelId="{A76720B5-622A-B942-9A89-73ADB5ECABFD}">
      <dgm:prSet/>
      <dgm:spPr/>
      <dgm:t>
        <a:bodyPr/>
        <a:lstStyle/>
        <a:p>
          <a:r>
            <a:rPr lang="en-IN" b="0" i="0"/>
            <a:t>JKI JSON Serialization Library</a:t>
          </a:r>
          <a:endParaRPr lang="en-IN"/>
        </a:p>
      </dgm:t>
    </dgm:pt>
    <dgm:pt modelId="{95552588-6D88-2043-AF31-EB0BE095953D}" type="parTrans" cxnId="{A19B86CE-3C73-A34C-90B4-57FB84595195}">
      <dgm:prSet/>
      <dgm:spPr/>
      <dgm:t>
        <a:bodyPr/>
        <a:lstStyle/>
        <a:p>
          <a:endParaRPr lang="en-GB"/>
        </a:p>
      </dgm:t>
    </dgm:pt>
    <dgm:pt modelId="{9EBB89A7-AF03-CF4D-94D3-722DC6529975}" type="sibTrans" cxnId="{A19B86CE-3C73-A34C-90B4-57FB84595195}">
      <dgm:prSet/>
      <dgm:spPr/>
      <dgm:t>
        <a:bodyPr/>
        <a:lstStyle/>
        <a:p>
          <a:endParaRPr lang="en-GB"/>
        </a:p>
      </dgm:t>
    </dgm:pt>
    <dgm:pt modelId="{F8C2DFBE-0717-0346-914B-853F540A913A}">
      <dgm:prSet/>
      <dgm:spPr/>
      <dgm:t>
        <a:bodyPr/>
        <a:lstStyle/>
        <a:p>
          <a:r>
            <a:rPr lang="en-IN" b="0" i="0"/>
            <a:t>JKI HTTP REST Client</a:t>
          </a:r>
          <a:endParaRPr lang="en-IN"/>
        </a:p>
      </dgm:t>
    </dgm:pt>
    <dgm:pt modelId="{1AD62213-E690-B442-BC9D-65C479A073A8}" type="parTrans" cxnId="{380EBB28-56D4-BD45-A5BB-21EA27442523}">
      <dgm:prSet/>
      <dgm:spPr/>
      <dgm:t>
        <a:bodyPr/>
        <a:lstStyle/>
        <a:p>
          <a:endParaRPr lang="en-GB"/>
        </a:p>
      </dgm:t>
    </dgm:pt>
    <dgm:pt modelId="{CCB84490-83A4-FC4C-8BEF-9E88B103D1B7}" type="sibTrans" cxnId="{380EBB28-56D4-BD45-A5BB-21EA27442523}">
      <dgm:prSet/>
      <dgm:spPr/>
      <dgm:t>
        <a:bodyPr/>
        <a:lstStyle/>
        <a:p>
          <a:endParaRPr lang="en-GB"/>
        </a:p>
      </dgm:t>
    </dgm:pt>
    <dgm:pt modelId="{D9A6A144-23FE-194C-B196-727F5D227676}">
      <dgm:prSet/>
      <dgm:spPr/>
      <dgm:t>
        <a:bodyPr/>
        <a:lstStyle/>
        <a:p>
          <a:r>
            <a:rPr lang="en-IN" b="0" i="0"/>
            <a:t>MQTT Library for LabVIEW</a:t>
          </a:r>
          <a:endParaRPr lang="en-IN"/>
        </a:p>
      </dgm:t>
    </dgm:pt>
    <dgm:pt modelId="{CBDF393F-7583-BA49-8DA5-018F2B0E442E}" type="parTrans" cxnId="{C64A424B-4F14-FC45-B697-C116BC183633}">
      <dgm:prSet/>
      <dgm:spPr/>
      <dgm:t>
        <a:bodyPr/>
        <a:lstStyle/>
        <a:p>
          <a:endParaRPr lang="en-GB"/>
        </a:p>
      </dgm:t>
    </dgm:pt>
    <dgm:pt modelId="{4055F33C-053B-B448-B910-2AF46457E516}" type="sibTrans" cxnId="{C64A424B-4F14-FC45-B697-C116BC183633}">
      <dgm:prSet/>
      <dgm:spPr/>
      <dgm:t>
        <a:bodyPr/>
        <a:lstStyle/>
        <a:p>
          <a:endParaRPr lang="en-GB"/>
        </a:p>
      </dgm:t>
    </dgm:pt>
    <dgm:pt modelId="{C36EE0AD-B9EB-FE41-9052-D99907F42045}">
      <dgm:prSet/>
      <dgm:spPr/>
      <dgm:t>
        <a:bodyPr/>
        <a:lstStyle/>
        <a:p>
          <a:r>
            <a:rPr lang="en-IN" b="0" i="0"/>
            <a:t>JKI Flat UI Controls / SystemG UI Controls</a:t>
          </a:r>
          <a:endParaRPr lang="en-IN"/>
        </a:p>
      </dgm:t>
    </dgm:pt>
    <dgm:pt modelId="{C34B8A07-839C-AA4F-9CFA-2DDAD001BFDC}" type="parTrans" cxnId="{42E03E6D-4AB6-4D4E-9FF5-D6795FFE0DFD}">
      <dgm:prSet/>
      <dgm:spPr/>
      <dgm:t>
        <a:bodyPr/>
        <a:lstStyle/>
        <a:p>
          <a:endParaRPr lang="en-GB"/>
        </a:p>
      </dgm:t>
    </dgm:pt>
    <dgm:pt modelId="{395F4CDD-A436-AB42-BF08-7A43200DDA56}" type="sibTrans" cxnId="{42E03E6D-4AB6-4D4E-9FF5-D6795FFE0DFD}">
      <dgm:prSet/>
      <dgm:spPr/>
      <dgm:t>
        <a:bodyPr/>
        <a:lstStyle/>
        <a:p>
          <a:endParaRPr lang="en-GB"/>
        </a:p>
      </dgm:t>
    </dgm:pt>
    <dgm:pt modelId="{831B6FBC-D9D1-3E48-A968-CDE1E6C6A17D}" type="pres">
      <dgm:prSet presAssocID="{AD13F28B-CA5C-9142-9B86-5B46AA50BCF1}" presName="linear" presStyleCnt="0">
        <dgm:presLayoutVars>
          <dgm:dir/>
          <dgm:animLvl val="lvl"/>
          <dgm:resizeHandles val="exact"/>
        </dgm:presLayoutVars>
      </dgm:prSet>
      <dgm:spPr/>
    </dgm:pt>
    <dgm:pt modelId="{891C09C9-B510-5A48-BA72-AFC4C1ABA0AF}" type="pres">
      <dgm:prSet presAssocID="{22F33854-D490-0244-9282-278EA1E92CD3}" presName="parentLin" presStyleCnt="0"/>
      <dgm:spPr/>
    </dgm:pt>
    <dgm:pt modelId="{E5E90D9F-67E6-6644-98E2-DD0C2CFC9CD7}" type="pres">
      <dgm:prSet presAssocID="{22F33854-D490-0244-9282-278EA1E92CD3}" presName="parentLeftMargin" presStyleLbl="node1" presStyleIdx="0" presStyleCnt="5"/>
      <dgm:spPr/>
    </dgm:pt>
    <dgm:pt modelId="{DF4493C7-8A03-C841-A5E4-865B6102E9B0}" type="pres">
      <dgm:prSet presAssocID="{22F33854-D490-0244-9282-278EA1E92CD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849D605-E9C9-A84F-A89D-3003A7EE3F43}" type="pres">
      <dgm:prSet presAssocID="{22F33854-D490-0244-9282-278EA1E92CD3}" presName="negativeSpace" presStyleCnt="0"/>
      <dgm:spPr/>
    </dgm:pt>
    <dgm:pt modelId="{DD4362AB-3C8B-874E-863A-91AE804C11A5}" type="pres">
      <dgm:prSet presAssocID="{22F33854-D490-0244-9282-278EA1E92CD3}" presName="childText" presStyleLbl="conFgAcc1" presStyleIdx="0" presStyleCnt="5">
        <dgm:presLayoutVars>
          <dgm:bulletEnabled val="1"/>
        </dgm:presLayoutVars>
      </dgm:prSet>
      <dgm:spPr/>
    </dgm:pt>
    <dgm:pt modelId="{E84AA0D4-FF1A-DF4F-B1DC-2913DEE07E36}" type="pres">
      <dgm:prSet presAssocID="{BBAAFEA3-87DB-854C-8EE2-4546771C6A3E}" presName="spaceBetweenRectangles" presStyleCnt="0"/>
      <dgm:spPr/>
    </dgm:pt>
    <dgm:pt modelId="{598309E8-BA85-0740-97BE-6603ED6C8529}" type="pres">
      <dgm:prSet presAssocID="{A76720B5-622A-B942-9A89-73ADB5ECABFD}" presName="parentLin" presStyleCnt="0"/>
      <dgm:spPr/>
    </dgm:pt>
    <dgm:pt modelId="{4AF7D4F5-3AB5-684F-93CA-D1B0B4B46067}" type="pres">
      <dgm:prSet presAssocID="{A76720B5-622A-B942-9A89-73ADB5ECABFD}" presName="parentLeftMargin" presStyleLbl="node1" presStyleIdx="0" presStyleCnt="5"/>
      <dgm:spPr/>
    </dgm:pt>
    <dgm:pt modelId="{CED01F14-731B-E74F-A062-A1DF062927C9}" type="pres">
      <dgm:prSet presAssocID="{A76720B5-622A-B942-9A89-73ADB5ECABF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E60326A-5013-2D46-9FE0-D38106572A35}" type="pres">
      <dgm:prSet presAssocID="{A76720B5-622A-B942-9A89-73ADB5ECABFD}" presName="negativeSpace" presStyleCnt="0"/>
      <dgm:spPr/>
    </dgm:pt>
    <dgm:pt modelId="{C859A4A6-B7D9-E54F-8477-6772FB322C42}" type="pres">
      <dgm:prSet presAssocID="{A76720B5-622A-B942-9A89-73ADB5ECABFD}" presName="childText" presStyleLbl="conFgAcc1" presStyleIdx="1" presStyleCnt="5" custLinFactY="-30099" custLinFactNeighborY="-100000">
        <dgm:presLayoutVars>
          <dgm:bulletEnabled val="1"/>
        </dgm:presLayoutVars>
      </dgm:prSet>
      <dgm:spPr/>
    </dgm:pt>
    <dgm:pt modelId="{09622AF7-9701-2E46-985E-3252BA28910A}" type="pres">
      <dgm:prSet presAssocID="{9EBB89A7-AF03-CF4D-94D3-722DC6529975}" presName="spaceBetweenRectangles" presStyleCnt="0"/>
      <dgm:spPr/>
    </dgm:pt>
    <dgm:pt modelId="{353054CC-B52B-B748-8B34-F5C7151BA696}" type="pres">
      <dgm:prSet presAssocID="{F8C2DFBE-0717-0346-914B-853F540A913A}" presName="parentLin" presStyleCnt="0"/>
      <dgm:spPr/>
    </dgm:pt>
    <dgm:pt modelId="{FA992A0B-D051-6A40-951B-9777D437000C}" type="pres">
      <dgm:prSet presAssocID="{F8C2DFBE-0717-0346-914B-853F540A913A}" presName="parentLeftMargin" presStyleLbl="node1" presStyleIdx="1" presStyleCnt="5"/>
      <dgm:spPr/>
    </dgm:pt>
    <dgm:pt modelId="{71F6BDE9-B959-084A-A1D4-795EA6AA35DA}" type="pres">
      <dgm:prSet presAssocID="{F8C2DFBE-0717-0346-914B-853F540A913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F2F8C94-CBC4-FB4B-96CC-7C2DF5C676DA}" type="pres">
      <dgm:prSet presAssocID="{F8C2DFBE-0717-0346-914B-853F540A913A}" presName="negativeSpace" presStyleCnt="0"/>
      <dgm:spPr/>
    </dgm:pt>
    <dgm:pt modelId="{85120CBE-7924-2C44-B335-775D7C9E6545}" type="pres">
      <dgm:prSet presAssocID="{F8C2DFBE-0717-0346-914B-853F540A913A}" presName="childText" presStyleLbl="conFgAcc1" presStyleIdx="2" presStyleCnt="5">
        <dgm:presLayoutVars>
          <dgm:bulletEnabled val="1"/>
        </dgm:presLayoutVars>
      </dgm:prSet>
      <dgm:spPr/>
    </dgm:pt>
    <dgm:pt modelId="{C07BB484-DA94-D841-B426-FC84F5249FD9}" type="pres">
      <dgm:prSet presAssocID="{CCB84490-83A4-FC4C-8BEF-9E88B103D1B7}" presName="spaceBetweenRectangles" presStyleCnt="0"/>
      <dgm:spPr/>
    </dgm:pt>
    <dgm:pt modelId="{B3CB0EEA-A56E-9548-964C-9EA0BEFE9AF1}" type="pres">
      <dgm:prSet presAssocID="{D9A6A144-23FE-194C-B196-727F5D227676}" presName="parentLin" presStyleCnt="0"/>
      <dgm:spPr/>
    </dgm:pt>
    <dgm:pt modelId="{47AFB873-FF0E-B046-AF5C-D0B4031B6D44}" type="pres">
      <dgm:prSet presAssocID="{D9A6A144-23FE-194C-B196-727F5D227676}" presName="parentLeftMargin" presStyleLbl="node1" presStyleIdx="2" presStyleCnt="5"/>
      <dgm:spPr/>
    </dgm:pt>
    <dgm:pt modelId="{FCEF3D10-849A-6243-ADDA-1FF641B005E6}" type="pres">
      <dgm:prSet presAssocID="{D9A6A144-23FE-194C-B196-727F5D22767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7DECE6C-61C4-F443-B6C8-479226A56BA0}" type="pres">
      <dgm:prSet presAssocID="{D9A6A144-23FE-194C-B196-727F5D227676}" presName="negativeSpace" presStyleCnt="0"/>
      <dgm:spPr/>
    </dgm:pt>
    <dgm:pt modelId="{10E26337-E425-4B43-90B4-D81B417C4DAC}" type="pres">
      <dgm:prSet presAssocID="{D9A6A144-23FE-194C-B196-727F5D227676}" presName="childText" presStyleLbl="conFgAcc1" presStyleIdx="3" presStyleCnt="5">
        <dgm:presLayoutVars>
          <dgm:bulletEnabled val="1"/>
        </dgm:presLayoutVars>
      </dgm:prSet>
      <dgm:spPr/>
    </dgm:pt>
    <dgm:pt modelId="{91A4D9B0-E5C4-F746-BF6D-37C9E9A7A69D}" type="pres">
      <dgm:prSet presAssocID="{4055F33C-053B-B448-B910-2AF46457E516}" presName="spaceBetweenRectangles" presStyleCnt="0"/>
      <dgm:spPr/>
    </dgm:pt>
    <dgm:pt modelId="{2B51D998-5494-EB4A-B982-FB25AC9756DE}" type="pres">
      <dgm:prSet presAssocID="{C36EE0AD-B9EB-FE41-9052-D99907F42045}" presName="parentLin" presStyleCnt="0"/>
      <dgm:spPr/>
    </dgm:pt>
    <dgm:pt modelId="{C36CFBEB-3A15-1941-B78F-D6D56782E377}" type="pres">
      <dgm:prSet presAssocID="{C36EE0AD-B9EB-FE41-9052-D99907F42045}" presName="parentLeftMargin" presStyleLbl="node1" presStyleIdx="3" presStyleCnt="5"/>
      <dgm:spPr/>
    </dgm:pt>
    <dgm:pt modelId="{74393790-979B-974D-A060-5255FDDF4E0F}" type="pres">
      <dgm:prSet presAssocID="{C36EE0AD-B9EB-FE41-9052-D99907F42045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674CE95D-B1DB-FC43-BA21-5E2825C3BD81}" type="pres">
      <dgm:prSet presAssocID="{C36EE0AD-B9EB-FE41-9052-D99907F42045}" presName="negativeSpace" presStyleCnt="0"/>
      <dgm:spPr/>
    </dgm:pt>
    <dgm:pt modelId="{AD05B4B0-7E72-A240-BC6F-1700D35DE816}" type="pres">
      <dgm:prSet presAssocID="{C36EE0AD-B9EB-FE41-9052-D99907F42045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F97B6803-9BB4-AA4E-88BC-C746819A9211}" type="presOf" srcId="{D9A6A144-23FE-194C-B196-727F5D227676}" destId="{FCEF3D10-849A-6243-ADDA-1FF641B005E6}" srcOrd="1" destOrd="0" presId="urn:microsoft.com/office/officeart/2005/8/layout/list1"/>
    <dgm:cxn modelId="{08B2D216-A25C-014A-920D-71845D7E1FAC}" type="presOf" srcId="{D9A6A144-23FE-194C-B196-727F5D227676}" destId="{47AFB873-FF0E-B046-AF5C-D0B4031B6D44}" srcOrd="0" destOrd="0" presId="urn:microsoft.com/office/officeart/2005/8/layout/list1"/>
    <dgm:cxn modelId="{2B992B21-367B-114A-94A1-EDEEF14B2C2D}" type="presOf" srcId="{A76720B5-622A-B942-9A89-73ADB5ECABFD}" destId="{4AF7D4F5-3AB5-684F-93CA-D1B0B4B46067}" srcOrd="0" destOrd="0" presId="urn:microsoft.com/office/officeart/2005/8/layout/list1"/>
    <dgm:cxn modelId="{380EBB28-56D4-BD45-A5BB-21EA27442523}" srcId="{AD13F28B-CA5C-9142-9B86-5B46AA50BCF1}" destId="{F8C2DFBE-0717-0346-914B-853F540A913A}" srcOrd="2" destOrd="0" parTransId="{1AD62213-E690-B442-BC9D-65C479A073A8}" sibTransId="{CCB84490-83A4-FC4C-8BEF-9E88B103D1B7}"/>
    <dgm:cxn modelId="{2EB64E31-F466-1C45-A7FD-D34E2EC11238}" type="presOf" srcId="{F8C2DFBE-0717-0346-914B-853F540A913A}" destId="{FA992A0B-D051-6A40-951B-9777D437000C}" srcOrd="0" destOrd="0" presId="urn:microsoft.com/office/officeart/2005/8/layout/list1"/>
    <dgm:cxn modelId="{FF44623A-9FB7-3D40-8FD9-C71DA348964C}" type="presOf" srcId="{AD13F28B-CA5C-9142-9B86-5B46AA50BCF1}" destId="{831B6FBC-D9D1-3E48-A968-CDE1E6C6A17D}" srcOrd="0" destOrd="0" presId="urn:microsoft.com/office/officeart/2005/8/layout/list1"/>
    <dgm:cxn modelId="{6AF1533E-FB12-2947-8EDF-3E120788B9FF}" type="presOf" srcId="{C36EE0AD-B9EB-FE41-9052-D99907F42045}" destId="{C36CFBEB-3A15-1941-B78F-D6D56782E377}" srcOrd="0" destOrd="0" presId="urn:microsoft.com/office/officeart/2005/8/layout/list1"/>
    <dgm:cxn modelId="{C64A424B-4F14-FC45-B697-C116BC183633}" srcId="{AD13F28B-CA5C-9142-9B86-5B46AA50BCF1}" destId="{D9A6A144-23FE-194C-B196-727F5D227676}" srcOrd="3" destOrd="0" parTransId="{CBDF393F-7583-BA49-8DA5-018F2B0E442E}" sibTransId="{4055F33C-053B-B448-B910-2AF46457E516}"/>
    <dgm:cxn modelId="{60A15E69-2C52-BF4B-8013-1F2DBB36CAF9}" type="presOf" srcId="{A76720B5-622A-B942-9A89-73ADB5ECABFD}" destId="{CED01F14-731B-E74F-A062-A1DF062927C9}" srcOrd="1" destOrd="0" presId="urn:microsoft.com/office/officeart/2005/8/layout/list1"/>
    <dgm:cxn modelId="{42E03E6D-4AB6-4D4E-9FF5-D6795FFE0DFD}" srcId="{AD13F28B-CA5C-9142-9B86-5B46AA50BCF1}" destId="{C36EE0AD-B9EB-FE41-9052-D99907F42045}" srcOrd="4" destOrd="0" parTransId="{C34B8A07-839C-AA4F-9CFA-2DDAD001BFDC}" sibTransId="{395F4CDD-A436-AB42-BF08-7A43200DDA56}"/>
    <dgm:cxn modelId="{A3FE7379-6C64-B54D-91FF-2E76A70A2C61}" type="presOf" srcId="{F8C2DFBE-0717-0346-914B-853F540A913A}" destId="{71F6BDE9-B959-084A-A1D4-795EA6AA35DA}" srcOrd="1" destOrd="0" presId="urn:microsoft.com/office/officeart/2005/8/layout/list1"/>
    <dgm:cxn modelId="{E3585499-CC53-7E45-9DBD-15C20FB5E8AB}" type="presOf" srcId="{22F33854-D490-0244-9282-278EA1E92CD3}" destId="{DF4493C7-8A03-C841-A5E4-865B6102E9B0}" srcOrd="1" destOrd="0" presId="urn:microsoft.com/office/officeart/2005/8/layout/list1"/>
    <dgm:cxn modelId="{A19B86CE-3C73-A34C-90B4-57FB84595195}" srcId="{AD13F28B-CA5C-9142-9B86-5B46AA50BCF1}" destId="{A76720B5-622A-B942-9A89-73ADB5ECABFD}" srcOrd="1" destOrd="0" parTransId="{95552588-6D88-2043-AF31-EB0BE095953D}" sibTransId="{9EBB89A7-AF03-CF4D-94D3-722DC6529975}"/>
    <dgm:cxn modelId="{E74C80D3-5E3C-8242-9DFB-707F53341B2F}" type="presOf" srcId="{C36EE0AD-B9EB-FE41-9052-D99907F42045}" destId="{74393790-979B-974D-A060-5255FDDF4E0F}" srcOrd="1" destOrd="0" presId="urn:microsoft.com/office/officeart/2005/8/layout/list1"/>
    <dgm:cxn modelId="{EB8D2DD5-56C9-FC4D-9C2B-309EFF149C28}" srcId="{AD13F28B-CA5C-9142-9B86-5B46AA50BCF1}" destId="{22F33854-D490-0244-9282-278EA1E92CD3}" srcOrd="0" destOrd="0" parTransId="{E524F183-9194-9742-86CE-0C557758E821}" sibTransId="{BBAAFEA3-87DB-854C-8EE2-4546771C6A3E}"/>
    <dgm:cxn modelId="{D35114DA-FAFE-E14F-8778-2DB4C0AF5323}" type="presOf" srcId="{22F33854-D490-0244-9282-278EA1E92CD3}" destId="{E5E90D9F-67E6-6644-98E2-DD0C2CFC9CD7}" srcOrd="0" destOrd="0" presId="urn:microsoft.com/office/officeart/2005/8/layout/list1"/>
    <dgm:cxn modelId="{6D8DACD3-DE54-774C-AC28-9046D9965CBD}" type="presParOf" srcId="{831B6FBC-D9D1-3E48-A968-CDE1E6C6A17D}" destId="{891C09C9-B510-5A48-BA72-AFC4C1ABA0AF}" srcOrd="0" destOrd="0" presId="urn:microsoft.com/office/officeart/2005/8/layout/list1"/>
    <dgm:cxn modelId="{78D5CD35-4715-B047-8746-D940857249D9}" type="presParOf" srcId="{891C09C9-B510-5A48-BA72-AFC4C1ABA0AF}" destId="{E5E90D9F-67E6-6644-98E2-DD0C2CFC9CD7}" srcOrd="0" destOrd="0" presId="urn:microsoft.com/office/officeart/2005/8/layout/list1"/>
    <dgm:cxn modelId="{0793EC2A-C4FF-754B-9254-5885B36EE018}" type="presParOf" srcId="{891C09C9-B510-5A48-BA72-AFC4C1ABA0AF}" destId="{DF4493C7-8A03-C841-A5E4-865B6102E9B0}" srcOrd="1" destOrd="0" presId="urn:microsoft.com/office/officeart/2005/8/layout/list1"/>
    <dgm:cxn modelId="{0B430A1F-33B8-B442-AAC5-5FFDA3E88AC9}" type="presParOf" srcId="{831B6FBC-D9D1-3E48-A968-CDE1E6C6A17D}" destId="{C849D605-E9C9-A84F-A89D-3003A7EE3F43}" srcOrd="1" destOrd="0" presId="urn:microsoft.com/office/officeart/2005/8/layout/list1"/>
    <dgm:cxn modelId="{C6EB97D1-5A37-5149-B467-5BEB2DDF4D91}" type="presParOf" srcId="{831B6FBC-D9D1-3E48-A968-CDE1E6C6A17D}" destId="{DD4362AB-3C8B-874E-863A-91AE804C11A5}" srcOrd="2" destOrd="0" presId="urn:microsoft.com/office/officeart/2005/8/layout/list1"/>
    <dgm:cxn modelId="{20D4B4EF-BA65-0E49-A96E-F5614F8C6734}" type="presParOf" srcId="{831B6FBC-D9D1-3E48-A968-CDE1E6C6A17D}" destId="{E84AA0D4-FF1A-DF4F-B1DC-2913DEE07E36}" srcOrd="3" destOrd="0" presId="urn:microsoft.com/office/officeart/2005/8/layout/list1"/>
    <dgm:cxn modelId="{625F1DD2-DB1C-CA45-9209-11B49C18E5C4}" type="presParOf" srcId="{831B6FBC-D9D1-3E48-A968-CDE1E6C6A17D}" destId="{598309E8-BA85-0740-97BE-6603ED6C8529}" srcOrd="4" destOrd="0" presId="urn:microsoft.com/office/officeart/2005/8/layout/list1"/>
    <dgm:cxn modelId="{D64C59E4-06CC-C644-8443-1B1E6F559A12}" type="presParOf" srcId="{598309E8-BA85-0740-97BE-6603ED6C8529}" destId="{4AF7D4F5-3AB5-684F-93CA-D1B0B4B46067}" srcOrd="0" destOrd="0" presId="urn:microsoft.com/office/officeart/2005/8/layout/list1"/>
    <dgm:cxn modelId="{AFBC7AD5-1CF9-E841-8696-D558532B4D55}" type="presParOf" srcId="{598309E8-BA85-0740-97BE-6603ED6C8529}" destId="{CED01F14-731B-E74F-A062-A1DF062927C9}" srcOrd="1" destOrd="0" presId="urn:microsoft.com/office/officeart/2005/8/layout/list1"/>
    <dgm:cxn modelId="{8DC662A8-80E8-1D4C-964C-296F7E0DB2CE}" type="presParOf" srcId="{831B6FBC-D9D1-3E48-A968-CDE1E6C6A17D}" destId="{DE60326A-5013-2D46-9FE0-D38106572A35}" srcOrd="5" destOrd="0" presId="urn:microsoft.com/office/officeart/2005/8/layout/list1"/>
    <dgm:cxn modelId="{AC4B27CE-080C-2D44-963E-3E8C47DE4081}" type="presParOf" srcId="{831B6FBC-D9D1-3E48-A968-CDE1E6C6A17D}" destId="{C859A4A6-B7D9-E54F-8477-6772FB322C42}" srcOrd="6" destOrd="0" presId="urn:microsoft.com/office/officeart/2005/8/layout/list1"/>
    <dgm:cxn modelId="{089D11FC-2671-BC46-8FB1-9BC76C36CAF0}" type="presParOf" srcId="{831B6FBC-D9D1-3E48-A968-CDE1E6C6A17D}" destId="{09622AF7-9701-2E46-985E-3252BA28910A}" srcOrd="7" destOrd="0" presId="urn:microsoft.com/office/officeart/2005/8/layout/list1"/>
    <dgm:cxn modelId="{06DF203B-FF76-9548-A8FC-7D3A10AC7E1C}" type="presParOf" srcId="{831B6FBC-D9D1-3E48-A968-CDE1E6C6A17D}" destId="{353054CC-B52B-B748-8B34-F5C7151BA696}" srcOrd="8" destOrd="0" presId="urn:microsoft.com/office/officeart/2005/8/layout/list1"/>
    <dgm:cxn modelId="{1BC970BD-DA57-B44C-A601-D35645CFF9CC}" type="presParOf" srcId="{353054CC-B52B-B748-8B34-F5C7151BA696}" destId="{FA992A0B-D051-6A40-951B-9777D437000C}" srcOrd="0" destOrd="0" presId="urn:microsoft.com/office/officeart/2005/8/layout/list1"/>
    <dgm:cxn modelId="{046ABD73-2836-104D-A4E2-F9EF141CBF51}" type="presParOf" srcId="{353054CC-B52B-B748-8B34-F5C7151BA696}" destId="{71F6BDE9-B959-084A-A1D4-795EA6AA35DA}" srcOrd="1" destOrd="0" presId="urn:microsoft.com/office/officeart/2005/8/layout/list1"/>
    <dgm:cxn modelId="{FE46EC46-7D4C-664E-A866-55409365F7D7}" type="presParOf" srcId="{831B6FBC-D9D1-3E48-A968-CDE1E6C6A17D}" destId="{8F2F8C94-CBC4-FB4B-96CC-7C2DF5C676DA}" srcOrd="9" destOrd="0" presId="urn:microsoft.com/office/officeart/2005/8/layout/list1"/>
    <dgm:cxn modelId="{4A040E02-E1EB-9D45-896E-2935D4D0041E}" type="presParOf" srcId="{831B6FBC-D9D1-3E48-A968-CDE1E6C6A17D}" destId="{85120CBE-7924-2C44-B335-775D7C9E6545}" srcOrd="10" destOrd="0" presId="urn:microsoft.com/office/officeart/2005/8/layout/list1"/>
    <dgm:cxn modelId="{13DA25CB-6E64-C54D-825D-57A912CB6B7D}" type="presParOf" srcId="{831B6FBC-D9D1-3E48-A968-CDE1E6C6A17D}" destId="{C07BB484-DA94-D841-B426-FC84F5249FD9}" srcOrd="11" destOrd="0" presId="urn:microsoft.com/office/officeart/2005/8/layout/list1"/>
    <dgm:cxn modelId="{D49685CD-A945-0F40-B937-66023C85C7FE}" type="presParOf" srcId="{831B6FBC-D9D1-3E48-A968-CDE1E6C6A17D}" destId="{B3CB0EEA-A56E-9548-964C-9EA0BEFE9AF1}" srcOrd="12" destOrd="0" presId="urn:microsoft.com/office/officeart/2005/8/layout/list1"/>
    <dgm:cxn modelId="{8C466ED3-E570-844B-90B1-F5A652428020}" type="presParOf" srcId="{B3CB0EEA-A56E-9548-964C-9EA0BEFE9AF1}" destId="{47AFB873-FF0E-B046-AF5C-D0B4031B6D44}" srcOrd="0" destOrd="0" presId="urn:microsoft.com/office/officeart/2005/8/layout/list1"/>
    <dgm:cxn modelId="{2EFB6A33-3429-794F-9DE4-BF05ACC51713}" type="presParOf" srcId="{B3CB0EEA-A56E-9548-964C-9EA0BEFE9AF1}" destId="{FCEF3D10-849A-6243-ADDA-1FF641B005E6}" srcOrd="1" destOrd="0" presId="urn:microsoft.com/office/officeart/2005/8/layout/list1"/>
    <dgm:cxn modelId="{75897DA3-A553-7343-9039-DCA1582D04F2}" type="presParOf" srcId="{831B6FBC-D9D1-3E48-A968-CDE1E6C6A17D}" destId="{B7DECE6C-61C4-F443-B6C8-479226A56BA0}" srcOrd="13" destOrd="0" presId="urn:microsoft.com/office/officeart/2005/8/layout/list1"/>
    <dgm:cxn modelId="{F24E2626-2B6F-D141-A69C-1BD3CC8C7B4E}" type="presParOf" srcId="{831B6FBC-D9D1-3E48-A968-CDE1E6C6A17D}" destId="{10E26337-E425-4B43-90B4-D81B417C4DAC}" srcOrd="14" destOrd="0" presId="urn:microsoft.com/office/officeart/2005/8/layout/list1"/>
    <dgm:cxn modelId="{C198E6C1-88B4-4943-B046-5B6314EED326}" type="presParOf" srcId="{831B6FBC-D9D1-3E48-A968-CDE1E6C6A17D}" destId="{91A4D9B0-E5C4-F746-BF6D-37C9E9A7A69D}" srcOrd="15" destOrd="0" presId="urn:microsoft.com/office/officeart/2005/8/layout/list1"/>
    <dgm:cxn modelId="{5E528C72-99BF-A74C-8347-83F1B0B2F4DC}" type="presParOf" srcId="{831B6FBC-D9D1-3E48-A968-CDE1E6C6A17D}" destId="{2B51D998-5494-EB4A-B982-FB25AC9756DE}" srcOrd="16" destOrd="0" presId="urn:microsoft.com/office/officeart/2005/8/layout/list1"/>
    <dgm:cxn modelId="{5673F546-3399-5048-869D-71DAAC63BE23}" type="presParOf" srcId="{2B51D998-5494-EB4A-B982-FB25AC9756DE}" destId="{C36CFBEB-3A15-1941-B78F-D6D56782E377}" srcOrd="0" destOrd="0" presId="urn:microsoft.com/office/officeart/2005/8/layout/list1"/>
    <dgm:cxn modelId="{E7899191-D62D-A046-8B41-FFC076F91775}" type="presParOf" srcId="{2B51D998-5494-EB4A-B982-FB25AC9756DE}" destId="{74393790-979B-974D-A060-5255FDDF4E0F}" srcOrd="1" destOrd="0" presId="urn:microsoft.com/office/officeart/2005/8/layout/list1"/>
    <dgm:cxn modelId="{3C0DF3C8-7E07-4941-9AB7-5273554A2D68}" type="presParOf" srcId="{831B6FBC-D9D1-3E48-A968-CDE1E6C6A17D}" destId="{674CE95D-B1DB-FC43-BA21-5E2825C3BD81}" srcOrd="17" destOrd="0" presId="urn:microsoft.com/office/officeart/2005/8/layout/list1"/>
    <dgm:cxn modelId="{466DC6FA-A2D6-E745-BB41-FD31FF0FD3F7}" type="presParOf" srcId="{831B6FBC-D9D1-3E48-A968-CDE1E6C6A17D}" destId="{AD05B4B0-7E72-A240-BC6F-1700D35DE816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25985A-75E3-5F42-BF42-E9E8A14578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1A773D07-9D66-3B47-9C67-FDA7E1976796}">
      <dgm:prSet/>
      <dgm:spPr/>
      <dgm:t>
        <a:bodyPr/>
        <a:lstStyle/>
        <a:p>
          <a:r>
            <a:rPr lang="en-IN" b="0" i="0" dirty="0"/>
            <a:t> Wi-Fi Router - 1 Qty</a:t>
          </a:r>
          <a:endParaRPr lang="en-IN" dirty="0"/>
        </a:p>
      </dgm:t>
    </dgm:pt>
    <dgm:pt modelId="{1BA9787A-C89E-634E-9D2F-BFBE0F0258C5}" type="parTrans" cxnId="{B7D9A494-5E5C-4341-9BA4-ED47EE0F31B0}">
      <dgm:prSet/>
      <dgm:spPr/>
      <dgm:t>
        <a:bodyPr/>
        <a:lstStyle/>
        <a:p>
          <a:endParaRPr lang="en-GB"/>
        </a:p>
      </dgm:t>
    </dgm:pt>
    <dgm:pt modelId="{F1CAEC97-6E54-3A4A-BD2D-45B2BD8B771B}" type="sibTrans" cxnId="{B7D9A494-5E5C-4341-9BA4-ED47EE0F31B0}">
      <dgm:prSet/>
      <dgm:spPr/>
      <dgm:t>
        <a:bodyPr/>
        <a:lstStyle/>
        <a:p>
          <a:endParaRPr lang="en-GB"/>
        </a:p>
      </dgm:t>
    </dgm:pt>
    <dgm:pt modelId="{81723039-2D25-304D-9263-284B923C9573}">
      <dgm:prSet/>
      <dgm:spPr/>
      <dgm:t>
        <a:bodyPr/>
        <a:lstStyle/>
        <a:p>
          <a:r>
            <a:rPr lang="en-IN" b="0" i="0" dirty="0"/>
            <a:t> ESP32 </a:t>
          </a:r>
          <a:r>
            <a:rPr lang="en-IN" b="0" i="0" dirty="0" err="1"/>
            <a:t>NodeMCU</a:t>
          </a:r>
          <a:r>
            <a:rPr lang="en-IN" b="0" i="0" dirty="0"/>
            <a:t> - 3 Qty</a:t>
          </a:r>
          <a:endParaRPr lang="en-IN" dirty="0"/>
        </a:p>
      </dgm:t>
    </dgm:pt>
    <dgm:pt modelId="{B4F69F36-1945-9146-A3A2-79A632CCD800}" type="parTrans" cxnId="{C5733E78-714C-1D42-BD4F-6948DC87835B}">
      <dgm:prSet/>
      <dgm:spPr/>
      <dgm:t>
        <a:bodyPr/>
        <a:lstStyle/>
        <a:p>
          <a:endParaRPr lang="en-GB"/>
        </a:p>
      </dgm:t>
    </dgm:pt>
    <dgm:pt modelId="{F052598E-2E70-7C47-AE8C-612E911B7BE5}" type="sibTrans" cxnId="{C5733E78-714C-1D42-BD4F-6948DC87835B}">
      <dgm:prSet/>
      <dgm:spPr/>
      <dgm:t>
        <a:bodyPr/>
        <a:lstStyle/>
        <a:p>
          <a:endParaRPr lang="en-GB"/>
        </a:p>
      </dgm:t>
    </dgm:pt>
    <dgm:pt modelId="{91E749D8-9B4C-9F48-9C63-71B894F3DF9B}">
      <dgm:prSet/>
      <dgm:spPr/>
      <dgm:t>
        <a:bodyPr/>
        <a:lstStyle/>
        <a:p>
          <a:r>
            <a:rPr lang="en-IN" b="0" i="0" dirty="0"/>
            <a:t> HC-SR04 Ultrasonic Sensor - 1 Qty</a:t>
          </a:r>
          <a:endParaRPr lang="en-IN" dirty="0"/>
        </a:p>
      </dgm:t>
    </dgm:pt>
    <dgm:pt modelId="{907FD357-7817-304C-AE89-EDF4BFE19DEF}" type="parTrans" cxnId="{3ADE35C1-7F0F-5C43-B779-E211F3EA0E3C}">
      <dgm:prSet/>
      <dgm:spPr/>
      <dgm:t>
        <a:bodyPr/>
        <a:lstStyle/>
        <a:p>
          <a:endParaRPr lang="en-GB"/>
        </a:p>
      </dgm:t>
    </dgm:pt>
    <dgm:pt modelId="{88BA07DC-6A28-AB44-9CDB-A8C49737FD5D}" type="sibTrans" cxnId="{3ADE35C1-7F0F-5C43-B779-E211F3EA0E3C}">
      <dgm:prSet/>
      <dgm:spPr/>
      <dgm:t>
        <a:bodyPr/>
        <a:lstStyle/>
        <a:p>
          <a:endParaRPr lang="en-GB"/>
        </a:p>
      </dgm:t>
    </dgm:pt>
    <dgm:pt modelId="{F815B668-8CF1-9640-B2F6-C5176180AB10}">
      <dgm:prSet/>
      <dgm:spPr/>
      <dgm:t>
        <a:bodyPr/>
        <a:lstStyle/>
        <a:p>
          <a:r>
            <a:rPr lang="en-IN" b="0" i="0" dirty="0"/>
            <a:t> DS18B20 Waterproof Temperature Sensor - 1 Qty</a:t>
          </a:r>
          <a:endParaRPr lang="en-IN" dirty="0"/>
        </a:p>
      </dgm:t>
    </dgm:pt>
    <dgm:pt modelId="{C21AF151-4F34-0B4E-9705-298ACBA7E99C}" type="parTrans" cxnId="{37A0B31E-6326-1C43-A222-A7566B648D45}">
      <dgm:prSet/>
      <dgm:spPr/>
      <dgm:t>
        <a:bodyPr/>
        <a:lstStyle/>
        <a:p>
          <a:endParaRPr lang="en-GB"/>
        </a:p>
      </dgm:t>
    </dgm:pt>
    <dgm:pt modelId="{1E9F0878-798A-ED43-B3B5-898053BC3220}" type="sibTrans" cxnId="{37A0B31E-6326-1C43-A222-A7566B648D45}">
      <dgm:prSet/>
      <dgm:spPr/>
      <dgm:t>
        <a:bodyPr/>
        <a:lstStyle/>
        <a:p>
          <a:endParaRPr lang="en-GB"/>
        </a:p>
      </dgm:t>
    </dgm:pt>
    <dgm:pt modelId="{FF8BC44E-55BD-3D4E-9200-F2BA7756F425}">
      <dgm:prSet/>
      <dgm:spPr/>
      <dgm:t>
        <a:bodyPr/>
        <a:lstStyle/>
        <a:p>
          <a:r>
            <a:rPr lang="en-IN" b="0" i="0" dirty="0"/>
            <a:t> 5V Submersible Water Pump - 1 Qty</a:t>
          </a:r>
          <a:endParaRPr lang="en-IN" dirty="0"/>
        </a:p>
      </dgm:t>
    </dgm:pt>
    <dgm:pt modelId="{A575FC20-CD9C-734E-B84C-D4360379B034}" type="parTrans" cxnId="{2139CA0E-8C11-6C45-8063-ACDF67C77CA1}">
      <dgm:prSet/>
      <dgm:spPr/>
      <dgm:t>
        <a:bodyPr/>
        <a:lstStyle/>
        <a:p>
          <a:endParaRPr lang="en-GB"/>
        </a:p>
      </dgm:t>
    </dgm:pt>
    <dgm:pt modelId="{C7BBDE03-D979-1D4C-B99F-4C6FC3E20ACA}" type="sibTrans" cxnId="{2139CA0E-8C11-6C45-8063-ACDF67C77CA1}">
      <dgm:prSet/>
      <dgm:spPr/>
      <dgm:t>
        <a:bodyPr/>
        <a:lstStyle/>
        <a:p>
          <a:endParaRPr lang="en-GB"/>
        </a:p>
      </dgm:t>
    </dgm:pt>
    <dgm:pt modelId="{42143037-B6CA-E04B-AD75-713D58F8884F}">
      <dgm:prSet/>
      <dgm:spPr/>
      <dgm:t>
        <a:bodyPr/>
        <a:lstStyle/>
        <a:p>
          <a:r>
            <a:rPr lang="en-IN" b="0" i="0" dirty="0"/>
            <a:t> 12V Heating Cartridge - 1 Qty</a:t>
          </a:r>
          <a:endParaRPr lang="en-IN" dirty="0"/>
        </a:p>
      </dgm:t>
    </dgm:pt>
    <dgm:pt modelId="{E98D7C26-7E01-1743-BBF3-E47AAFBACA90}" type="parTrans" cxnId="{804AE95D-F5E5-9B4A-A7B5-71C121190608}">
      <dgm:prSet/>
      <dgm:spPr/>
      <dgm:t>
        <a:bodyPr/>
        <a:lstStyle/>
        <a:p>
          <a:endParaRPr lang="en-GB"/>
        </a:p>
      </dgm:t>
    </dgm:pt>
    <dgm:pt modelId="{7501B5FB-F9B5-7546-9C19-767D38D8F594}" type="sibTrans" cxnId="{804AE95D-F5E5-9B4A-A7B5-71C121190608}">
      <dgm:prSet/>
      <dgm:spPr/>
      <dgm:t>
        <a:bodyPr/>
        <a:lstStyle/>
        <a:p>
          <a:endParaRPr lang="en-GB"/>
        </a:p>
      </dgm:t>
    </dgm:pt>
    <dgm:pt modelId="{915D7515-2095-E24D-AB91-D83D5D7D6490}">
      <dgm:prSet/>
      <dgm:spPr/>
      <dgm:t>
        <a:bodyPr/>
        <a:lstStyle/>
        <a:p>
          <a:r>
            <a:rPr lang="en-IN" b="0" i="0" dirty="0"/>
            <a:t> MQ-2 Gas/Smoke Sensor - 1 Qty</a:t>
          </a:r>
          <a:endParaRPr lang="en-IN" dirty="0"/>
        </a:p>
      </dgm:t>
    </dgm:pt>
    <dgm:pt modelId="{B8164A57-3C8F-444E-98F3-9A48DDB4D783}" type="parTrans" cxnId="{16EB9885-9341-8F48-9764-6063E565614F}">
      <dgm:prSet/>
      <dgm:spPr/>
      <dgm:t>
        <a:bodyPr/>
        <a:lstStyle/>
        <a:p>
          <a:endParaRPr lang="en-GB"/>
        </a:p>
      </dgm:t>
    </dgm:pt>
    <dgm:pt modelId="{F337E23D-5723-9A41-88ED-CDB5EF5665F8}" type="sibTrans" cxnId="{16EB9885-9341-8F48-9764-6063E565614F}">
      <dgm:prSet/>
      <dgm:spPr/>
      <dgm:t>
        <a:bodyPr/>
        <a:lstStyle/>
        <a:p>
          <a:endParaRPr lang="en-GB"/>
        </a:p>
      </dgm:t>
    </dgm:pt>
    <dgm:pt modelId="{CDF4875B-7CE7-1A4F-86A1-90B6F99D8BB4}">
      <dgm:prSet/>
      <dgm:spPr/>
      <dgm:t>
        <a:bodyPr/>
        <a:lstStyle/>
        <a:p>
          <a:r>
            <a:rPr lang="en-IN" b="0" i="0" dirty="0"/>
            <a:t> Infrared Flame Sensor - 1 Qty</a:t>
          </a:r>
          <a:endParaRPr lang="en-IN" dirty="0"/>
        </a:p>
      </dgm:t>
    </dgm:pt>
    <dgm:pt modelId="{ED4B1DA6-400E-DC48-85C3-EF0EB28BD92E}" type="parTrans" cxnId="{E8DC2FAE-50C3-AE47-9C5B-9E412FD49B47}">
      <dgm:prSet/>
      <dgm:spPr/>
      <dgm:t>
        <a:bodyPr/>
        <a:lstStyle/>
        <a:p>
          <a:endParaRPr lang="en-GB"/>
        </a:p>
      </dgm:t>
    </dgm:pt>
    <dgm:pt modelId="{0A26C3AE-8C41-0C41-BED7-E51E0DD23666}" type="sibTrans" cxnId="{E8DC2FAE-50C3-AE47-9C5B-9E412FD49B47}">
      <dgm:prSet/>
      <dgm:spPr/>
      <dgm:t>
        <a:bodyPr/>
        <a:lstStyle/>
        <a:p>
          <a:endParaRPr lang="en-GB"/>
        </a:p>
      </dgm:t>
    </dgm:pt>
    <dgm:pt modelId="{EA102C1C-2C57-DC45-AA5F-0D369CAB347C}">
      <dgm:prSet/>
      <dgm:spPr/>
      <dgm:t>
        <a:bodyPr/>
        <a:lstStyle/>
        <a:p>
          <a:r>
            <a:rPr lang="en-IN" b="0" i="0" dirty="0"/>
            <a:t> 5V Active Buzzer - 1 Qty</a:t>
          </a:r>
          <a:endParaRPr lang="en-IN" dirty="0"/>
        </a:p>
      </dgm:t>
    </dgm:pt>
    <dgm:pt modelId="{AE884B90-9AA0-5C44-BA5E-BB75F22BAC59}" type="parTrans" cxnId="{8A7F08B0-671A-154E-B1ED-404C8922AA73}">
      <dgm:prSet/>
      <dgm:spPr/>
      <dgm:t>
        <a:bodyPr/>
        <a:lstStyle/>
        <a:p>
          <a:endParaRPr lang="en-GB"/>
        </a:p>
      </dgm:t>
    </dgm:pt>
    <dgm:pt modelId="{0CC72425-958B-7D4E-83A3-156B311B3ED9}" type="sibTrans" cxnId="{8A7F08B0-671A-154E-B1ED-404C8922AA73}">
      <dgm:prSet/>
      <dgm:spPr/>
      <dgm:t>
        <a:bodyPr/>
        <a:lstStyle/>
        <a:p>
          <a:endParaRPr lang="en-GB"/>
        </a:p>
      </dgm:t>
    </dgm:pt>
    <dgm:pt modelId="{9E07D552-47E6-FD42-880A-326021935B03}">
      <dgm:prSet/>
      <dgm:spPr/>
      <dgm:t>
        <a:bodyPr/>
        <a:lstStyle/>
        <a:p>
          <a:r>
            <a:rPr lang="en-IN" b="0" i="0" dirty="0"/>
            <a:t> 5V DC Brushless Fan - 1 Qty</a:t>
          </a:r>
          <a:endParaRPr lang="en-IN" dirty="0"/>
        </a:p>
      </dgm:t>
    </dgm:pt>
    <dgm:pt modelId="{D6C2B623-D5C1-AF45-8049-3284A764CCA4}" type="parTrans" cxnId="{61F9E329-7BB9-194F-9E76-5DEF55521A98}">
      <dgm:prSet/>
      <dgm:spPr/>
      <dgm:t>
        <a:bodyPr/>
        <a:lstStyle/>
        <a:p>
          <a:endParaRPr lang="en-GB"/>
        </a:p>
      </dgm:t>
    </dgm:pt>
    <dgm:pt modelId="{56D85C1A-FE70-634F-80CE-65A907CB9A41}" type="sibTrans" cxnId="{61F9E329-7BB9-194F-9E76-5DEF55521A98}">
      <dgm:prSet/>
      <dgm:spPr/>
      <dgm:t>
        <a:bodyPr/>
        <a:lstStyle/>
        <a:p>
          <a:endParaRPr lang="en-GB"/>
        </a:p>
      </dgm:t>
    </dgm:pt>
    <dgm:pt modelId="{CA1458A5-1F74-EF45-B039-1D8BF8F67B34}">
      <dgm:prSet/>
      <dgm:spPr/>
      <dgm:t>
        <a:bodyPr/>
        <a:lstStyle/>
        <a:p>
          <a:r>
            <a:rPr lang="en-IN" b="0" i="0" dirty="0"/>
            <a:t> ACS712 Current Sensor - 1 Qty</a:t>
          </a:r>
          <a:endParaRPr lang="en-IN" dirty="0"/>
        </a:p>
      </dgm:t>
    </dgm:pt>
    <dgm:pt modelId="{D313E8B8-B064-AD40-8EA6-42504F42DACE}" type="parTrans" cxnId="{BBA7D430-6C7A-9540-85FB-E0E09BE3967D}">
      <dgm:prSet/>
      <dgm:spPr/>
      <dgm:t>
        <a:bodyPr/>
        <a:lstStyle/>
        <a:p>
          <a:endParaRPr lang="en-GB"/>
        </a:p>
      </dgm:t>
    </dgm:pt>
    <dgm:pt modelId="{824097EE-50BB-714C-9348-12984898FAFC}" type="sibTrans" cxnId="{BBA7D430-6C7A-9540-85FB-E0E09BE3967D}">
      <dgm:prSet/>
      <dgm:spPr/>
      <dgm:t>
        <a:bodyPr/>
        <a:lstStyle/>
        <a:p>
          <a:endParaRPr lang="en-GB"/>
        </a:p>
      </dgm:t>
    </dgm:pt>
    <dgm:pt modelId="{7635DCCB-DA9C-0445-A9E3-9587D061439A}">
      <dgm:prSet/>
      <dgm:spPr/>
      <dgm:t>
        <a:bodyPr/>
        <a:lstStyle/>
        <a:p>
          <a:r>
            <a:rPr lang="en-IN" b="0" i="0" dirty="0"/>
            <a:t> Voltage Sensor Module - 1 Qty</a:t>
          </a:r>
          <a:endParaRPr lang="en-IN" dirty="0"/>
        </a:p>
      </dgm:t>
    </dgm:pt>
    <dgm:pt modelId="{EACAC11C-2672-FC45-B931-E440A4AD6D41}" type="parTrans" cxnId="{0D66EBCF-5324-E84B-B422-C037CF5C4F33}">
      <dgm:prSet/>
      <dgm:spPr/>
      <dgm:t>
        <a:bodyPr/>
        <a:lstStyle/>
        <a:p>
          <a:endParaRPr lang="en-GB"/>
        </a:p>
      </dgm:t>
    </dgm:pt>
    <dgm:pt modelId="{5C011978-2095-0146-95D3-F29D4EEF4FE6}" type="sibTrans" cxnId="{0D66EBCF-5324-E84B-B422-C037CF5C4F33}">
      <dgm:prSet/>
      <dgm:spPr/>
      <dgm:t>
        <a:bodyPr/>
        <a:lstStyle/>
        <a:p>
          <a:endParaRPr lang="en-GB"/>
        </a:p>
      </dgm:t>
    </dgm:pt>
    <dgm:pt modelId="{540A5161-DEAD-1046-8C2E-43DB9818FCF5}">
      <dgm:prSet/>
      <dgm:spPr/>
      <dgm:t>
        <a:bodyPr/>
        <a:lstStyle/>
        <a:p>
          <a:r>
            <a:rPr lang="en-IN" b="0" i="0" dirty="0"/>
            <a:t> 5V Relay Modules - 4 Qty</a:t>
          </a:r>
          <a:endParaRPr lang="en-IN" dirty="0"/>
        </a:p>
      </dgm:t>
    </dgm:pt>
    <dgm:pt modelId="{0C84B4FF-9FD8-3946-B831-002770CAB202}" type="parTrans" cxnId="{14643D53-C700-FB49-8B8A-13C6258A1A7E}">
      <dgm:prSet/>
      <dgm:spPr/>
      <dgm:t>
        <a:bodyPr/>
        <a:lstStyle/>
        <a:p>
          <a:endParaRPr lang="en-GB"/>
        </a:p>
      </dgm:t>
    </dgm:pt>
    <dgm:pt modelId="{1BBA2F38-625D-AB42-A920-9C69CFDE0B24}" type="sibTrans" cxnId="{14643D53-C700-FB49-8B8A-13C6258A1A7E}">
      <dgm:prSet/>
      <dgm:spPr/>
      <dgm:t>
        <a:bodyPr/>
        <a:lstStyle/>
        <a:p>
          <a:endParaRPr lang="en-GB"/>
        </a:p>
      </dgm:t>
    </dgm:pt>
    <dgm:pt modelId="{0FA737A0-6678-E54D-81BF-F725E1123E98}">
      <dgm:prSet/>
      <dgm:spPr/>
      <dgm:t>
        <a:bodyPr/>
        <a:lstStyle/>
        <a:p>
          <a:r>
            <a:rPr lang="en-IN" b="0" i="0" dirty="0"/>
            <a:t> Breadboards &amp; Jumper Wires - 1 Set</a:t>
          </a:r>
          <a:endParaRPr lang="en-IN" dirty="0"/>
        </a:p>
      </dgm:t>
    </dgm:pt>
    <dgm:pt modelId="{BBB04653-C5BF-FB45-8EA9-6C770A063C31}" type="parTrans" cxnId="{E5342CA5-9964-374D-BBD9-C23D23A6F76F}">
      <dgm:prSet/>
      <dgm:spPr/>
      <dgm:t>
        <a:bodyPr/>
        <a:lstStyle/>
        <a:p>
          <a:endParaRPr lang="en-GB"/>
        </a:p>
      </dgm:t>
    </dgm:pt>
    <dgm:pt modelId="{FC02DE60-AFA6-B94E-8385-14707D9DB92C}" type="sibTrans" cxnId="{E5342CA5-9964-374D-BBD9-C23D23A6F76F}">
      <dgm:prSet/>
      <dgm:spPr/>
      <dgm:t>
        <a:bodyPr/>
        <a:lstStyle/>
        <a:p>
          <a:endParaRPr lang="en-GB"/>
        </a:p>
      </dgm:t>
    </dgm:pt>
    <dgm:pt modelId="{8934DAF5-3068-3443-A975-A0A8F1A13C6B}">
      <dgm:prSet/>
      <dgm:spPr/>
      <dgm:t>
        <a:bodyPr/>
        <a:lstStyle/>
        <a:p>
          <a:r>
            <a:rPr lang="en-IN" b="0" i="0" dirty="0"/>
            <a:t> 12V 2A Power Adapter - 1 Qty</a:t>
          </a:r>
          <a:endParaRPr lang="en-IN" dirty="0"/>
        </a:p>
      </dgm:t>
    </dgm:pt>
    <dgm:pt modelId="{263DEA3E-BB15-EF4A-BB8E-B509660C7203}" type="parTrans" cxnId="{1D6A54C2-0C97-D14E-8735-1C8E33BCCEA5}">
      <dgm:prSet/>
      <dgm:spPr/>
      <dgm:t>
        <a:bodyPr/>
        <a:lstStyle/>
        <a:p>
          <a:endParaRPr lang="en-GB"/>
        </a:p>
      </dgm:t>
    </dgm:pt>
    <dgm:pt modelId="{A7022A63-A00E-CB4F-8B8F-A5D78166CE83}" type="sibTrans" cxnId="{1D6A54C2-0C97-D14E-8735-1C8E33BCCEA5}">
      <dgm:prSet/>
      <dgm:spPr/>
      <dgm:t>
        <a:bodyPr/>
        <a:lstStyle/>
        <a:p>
          <a:endParaRPr lang="en-GB"/>
        </a:p>
      </dgm:t>
    </dgm:pt>
    <dgm:pt modelId="{09B35F8C-14EA-A34B-8040-A2C4274F2A0B}" type="pres">
      <dgm:prSet presAssocID="{DF25985A-75E3-5F42-BF42-E9E8A145785B}" presName="linear" presStyleCnt="0">
        <dgm:presLayoutVars>
          <dgm:animLvl val="lvl"/>
          <dgm:resizeHandles val="exact"/>
        </dgm:presLayoutVars>
      </dgm:prSet>
      <dgm:spPr/>
    </dgm:pt>
    <dgm:pt modelId="{4B160C8D-2B57-7941-B585-8A4ECAD4DF83}" type="pres">
      <dgm:prSet presAssocID="{1A773D07-9D66-3B47-9C67-FDA7E1976796}" presName="parentText" presStyleLbl="node1" presStyleIdx="0" presStyleCnt="15">
        <dgm:presLayoutVars>
          <dgm:chMax val="0"/>
          <dgm:bulletEnabled val="1"/>
        </dgm:presLayoutVars>
      </dgm:prSet>
      <dgm:spPr/>
    </dgm:pt>
    <dgm:pt modelId="{C8D1263F-480B-BA48-A41A-2CE7F1948DDF}" type="pres">
      <dgm:prSet presAssocID="{F1CAEC97-6E54-3A4A-BD2D-45B2BD8B771B}" presName="spacer" presStyleCnt="0"/>
      <dgm:spPr/>
    </dgm:pt>
    <dgm:pt modelId="{B89C177C-0126-D545-B61A-38EC8CE04483}" type="pres">
      <dgm:prSet presAssocID="{81723039-2D25-304D-9263-284B923C9573}" presName="parentText" presStyleLbl="node1" presStyleIdx="1" presStyleCnt="15">
        <dgm:presLayoutVars>
          <dgm:chMax val="0"/>
          <dgm:bulletEnabled val="1"/>
        </dgm:presLayoutVars>
      </dgm:prSet>
      <dgm:spPr/>
    </dgm:pt>
    <dgm:pt modelId="{56388DEB-B779-C846-9F6E-874811490215}" type="pres">
      <dgm:prSet presAssocID="{F052598E-2E70-7C47-AE8C-612E911B7BE5}" presName="spacer" presStyleCnt="0"/>
      <dgm:spPr/>
    </dgm:pt>
    <dgm:pt modelId="{076C495F-D5F9-4B43-A4EC-5D2BDCD72446}" type="pres">
      <dgm:prSet presAssocID="{91E749D8-9B4C-9F48-9C63-71B894F3DF9B}" presName="parentText" presStyleLbl="node1" presStyleIdx="2" presStyleCnt="15">
        <dgm:presLayoutVars>
          <dgm:chMax val="0"/>
          <dgm:bulletEnabled val="1"/>
        </dgm:presLayoutVars>
      </dgm:prSet>
      <dgm:spPr/>
    </dgm:pt>
    <dgm:pt modelId="{9FE7A81C-92FC-934D-B71B-4F26A2BC4EF0}" type="pres">
      <dgm:prSet presAssocID="{88BA07DC-6A28-AB44-9CDB-A8C49737FD5D}" presName="spacer" presStyleCnt="0"/>
      <dgm:spPr/>
    </dgm:pt>
    <dgm:pt modelId="{FCB61159-9765-B54C-B253-A1A5BEB00691}" type="pres">
      <dgm:prSet presAssocID="{F815B668-8CF1-9640-B2F6-C5176180AB10}" presName="parentText" presStyleLbl="node1" presStyleIdx="3" presStyleCnt="15">
        <dgm:presLayoutVars>
          <dgm:chMax val="0"/>
          <dgm:bulletEnabled val="1"/>
        </dgm:presLayoutVars>
      </dgm:prSet>
      <dgm:spPr/>
    </dgm:pt>
    <dgm:pt modelId="{B86C0C62-B1D0-AC44-972B-8E78EA914F99}" type="pres">
      <dgm:prSet presAssocID="{1E9F0878-798A-ED43-B3B5-898053BC3220}" presName="spacer" presStyleCnt="0"/>
      <dgm:spPr/>
    </dgm:pt>
    <dgm:pt modelId="{B2F5EAFD-ACC9-3C42-B7AA-A10FE00C0034}" type="pres">
      <dgm:prSet presAssocID="{FF8BC44E-55BD-3D4E-9200-F2BA7756F425}" presName="parentText" presStyleLbl="node1" presStyleIdx="4" presStyleCnt="15">
        <dgm:presLayoutVars>
          <dgm:chMax val="0"/>
          <dgm:bulletEnabled val="1"/>
        </dgm:presLayoutVars>
      </dgm:prSet>
      <dgm:spPr/>
    </dgm:pt>
    <dgm:pt modelId="{738CF596-A7A3-6A43-855D-3D21CD9B14AE}" type="pres">
      <dgm:prSet presAssocID="{C7BBDE03-D979-1D4C-B99F-4C6FC3E20ACA}" presName="spacer" presStyleCnt="0"/>
      <dgm:spPr/>
    </dgm:pt>
    <dgm:pt modelId="{63D51961-A338-664D-BE08-BFEF773CACCB}" type="pres">
      <dgm:prSet presAssocID="{42143037-B6CA-E04B-AD75-713D58F8884F}" presName="parentText" presStyleLbl="node1" presStyleIdx="5" presStyleCnt="15">
        <dgm:presLayoutVars>
          <dgm:chMax val="0"/>
          <dgm:bulletEnabled val="1"/>
        </dgm:presLayoutVars>
      </dgm:prSet>
      <dgm:spPr/>
    </dgm:pt>
    <dgm:pt modelId="{73329234-6B22-A64B-B6A7-818CA18711FD}" type="pres">
      <dgm:prSet presAssocID="{7501B5FB-F9B5-7546-9C19-767D38D8F594}" presName="spacer" presStyleCnt="0"/>
      <dgm:spPr/>
    </dgm:pt>
    <dgm:pt modelId="{0081ACA6-8254-1E4D-B579-7835CFF24673}" type="pres">
      <dgm:prSet presAssocID="{915D7515-2095-E24D-AB91-D83D5D7D6490}" presName="parentText" presStyleLbl="node1" presStyleIdx="6" presStyleCnt="15">
        <dgm:presLayoutVars>
          <dgm:chMax val="0"/>
          <dgm:bulletEnabled val="1"/>
        </dgm:presLayoutVars>
      </dgm:prSet>
      <dgm:spPr/>
    </dgm:pt>
    <dgm:pt modelId="{D0094BB4-054F-7D4C-8244-E33959E30569}" type="pres">
      <dgm:prSet presAssocID="{F337E23D-5723-9A41-88ED-CDB5EF5665F8}" presName="spacer" presStyleCnt="0"/>
      <dgm:spPr/>
    </dgm:pt>
    <dgm:pt modelId="{F4654607-64AB-BC42-902F-F12BDEF84A30}" type="pres">
      <dgm:prSet presAssocID="{CDF4875B-7CE7-1A4F-86A1-90B6F99D8BB4}" presName="parentText" presStyleLbl="node1" presStyleIdx="7" presStyleCnt="15">
        <dgm:presLayoutVars>
          <dgm:chMax val="0"/>
          <dgm:bulletEnabled val="1"/>
        </dgm:presLayoutVars>
      </dgm:prSet>
      <dgm:spPr/>
    </dgm:pt>
    <dgm:pt modelId="{2827AA7B-28A6-8046-AD64-E5CE43A3E1DC}" type="pres">
      <dgm:prSet presAssocID="{0A26C3AE-8C41-0C41-BED7-E51E0DD23666}" presName="spacer" presStyleCnt="0"/>
      <dgm:spPr/>
    </dgm:pt>
    <dgm:pt modelId="{1A7869BD-32A9-1F4B-A391-93E951220308}" type="pres">
      <dgm:prSet presAssocID="{EA102C1C-2C57-DC45-AA5F-0D369CAB347C}" presName="parentText" presStyleLbl="node1" presStyleIdx="8" presStyleCnt="15">
        <dgm:presLayoutVars>
          <dgm:chMax val="0"/>
          <dgm:bulletEnabled val="1"/>
        </dgm:presLayoutVars>
      </dgm:prSet>
      <dgm:spPr/>
    </dgm:pt>
    <dgm:pt modelId="{05F036DF-39B6-B443-A4D8-182FF2DE02C4}" type="pres">
      <dgm:prSet presAssocID="{0CC72425-958B-7D4E-83A3-156B311B3ED9}" presName="spacer" presStyleCnt="0"/>
      <dgm:spPr/>
    </dgm:pt>
    <dgm:pt modelId="{CFA645CA-2BE9-1548-8CB0-1ABD3848A53E}" type="pres">
      <dgm:prSet presAssocID="{9E07D552-47E6-FD42-880A-326021935B03}" presName="parentText" presStyleLbl="node1" presStyleIdx="9" presStyleCnt="15">
        <dgm:presLayoutVars>
          <dgm:chMax val="0"/>
          <dgm:bulletEnabled val="1"/>
        </dgm:presLayoutVars>
      </dgm:prSet>
      <dgm:spPr/>
    </dgm:pt>
    <dgm:pt modelId="{C441448D-9EAA-A64E-BE98-B33EA9B9F23C}" type="pres">
      <dgm:prSet presAssocID="{56D85C1A-FE70-634F-80CE-65A907CB9A41}" presName="spacer" presStyleCnt="0"/>
      <dgm:spPr/>
    </dgm:pt>
    <dgm:pt modelId="{194CF1FE-A516-CF47-8CDE-2FDCA625DB3C}" type="pres">
      <dgm:prSet presAssocID="{CA1458A5-1F74-EF45-B039-1D8BF8F67B34}" presName="parentText" presStyleLbl="node1" presStyleIdx="10" presStyleCnt="15">
        <dgm:presLayoutVars>
          <dgm:chMax val="0"/>
          <dgm:bulletEnabled val="1"/>
        </dgm:presLayoutVars>
      </dgm:prSet>
      <dgm:spPr/>
    </dgm:pt>
    <dgm:pt modelId="{78E295A7-6349-2A45-98B8-95C4BB62E757}" type="pres">
      <dgm:prSet presAssocID="{824097EE-50BB-714C-9348-12984898FAFC}" presName="spacer" presStyleCnt="0"/>
      <dgm:spPr/>
    </dgm:pt>
    <dgm:pt modelId="{DEB7F295-6435-4B44-9E54-F208DE2773F9}" type="pres">
      <dgm:prSet presAssocID="{7635DCCB-DA9C-0445-A9E3-9587D061439A}" presName="parentText" presStyleLbl="node1" presStyleIdx="11" presStyleCnt="15">
        <dgm:presLayoutVars>
          <dgm:chMax val="0"/>
          <dgm:bulletEnabled val="1"/>
        </dgm:presLayoutVars>
      </dgm:prSet>
      <dgm:spPr/>
    </dgm:pt>
    <dgm:pt modelId="{CF9159CF-AC43-2446-9D1A-195322F4641C}" type="pres">
      <dgm:prSet presAssocID="{5C011978-2095-0146-95D3-F29D4EEF4FE6}" presName="spacer" presStyleCnt="0"/>
      <dgm:spPr/>
    </dgm:pt>
    <dgm:pt modelId="{D6FE87B5-AF42-6C42-A6FD-1DCA191C8164}" type="pres">
      <dgm:prSet presAssocID="{540A5161-DEAD-1046-8C2E-43DB9818FCF5}" presName="parentText" presStyleLbl="node1" presStyleIdx="12" presStyleCnt="15">
        <dgm:presLayoutVars>
          <dgm:chMax val="0"/>
          <dgm:bulletEnabled val="1"/>
        </dgm:presLayoutVars>
      </dgm:prSet>
      <dgm:spPr/>
    </dgm:pt>
    <dgm:pt modelId="{181A52A1-B936-BF43-8B1B-018B8A171537}" type="pres">
      <dgm:prSet presAssocID="{1BBA2F38-625D-AB42-A920-9C69CFDE0B24}" presName="spacer" presStyleCnt="0"/>
      <dgm:spPr/>
    </dgm:pt>
    <dgm:pt modelId="{0CFCAFBE-438D-8D40-A8D0-2EBC93F1A496}" type="pres">
      <dgm:prSet presAssocID="{0FA737A0-6678-E54D-81BF-F725E1123E98}" presName="parentText" presStyleLbl="node1" presStyleIdx="13" presStyleCnt="15">
        <dgm:presLayoutVars>
          <dgm:chMax val="0"/>
          <dgm:bulletEnabled val="1"/>
        </dgm:presLayoutVars>
      </dgm:prSet>
      <dgm:spPr/>
    </dgm:pt>
    <dgm:pt modelId="{A7C386F0-08E7-4B4D-9125-DA9502194D32}" type="pres">
      <dgm:prSet presAssocID="{FC02DE60-AFA6-B94E-8385-14707D9DB92C}" presName="spacer" presStyleCnt="0"/>
      <dgm:spPr/>
    </dgm:pt>
    <dgm:pt modelId="{DC81B001-E93B-9243-A4B2-E73EC79D8A33}" type="pres">
      <dgm:prSet presAssocID="{8934DAF5-3068-3443-A975-A0A8F1A13C6B}" presName="parentText" presStyleLbl="node1" presStyleIdx="14" presStyleCnt="15">
        <dgm:presLayoutVars>
          <dgm:chMax val="0"/>
          <dgm:bulletEnabled val="1"/>
        </dgm:presLayoutVars>
      </dgm:prSet>
      <dgm:spPr/>
    </dgm:pt>
  </dgm:ptLst>
  <dgm:cxnLst>
    <dgm:cxn modelId="{2139CA0E-8C11-6C45-8063-ACDF67C77CA1}" srcId="{DF25985A-75E3-5F42-BF42-E9E8A145785B}" destId="{FF8BC44E-55BD-3D4E-9200-F2BA7756F425}" srcOrd="4" destOrd="0" parTransId="{A575FC20-CD9C-734E-B84C-D4360379B034}" sibTransId="{C7BBDE03-D979-1D4C-B99F-4C6FC3E20ACA}"/>
    <dgm:cxn modelId="{37A0B31E-6326-1C43-A222-A7566B648D45}" srcId="{DF25985A-75E3-5F42-BF42-E9E8A145785B}" destId="{F815B668-8CF1-9640-B2F6-C5176180AB10}" srcOrd="3" destOrd="0" parTransId="{C21AF151-4F34-0B4E-9705-298ACBA7E99C}" sibTransId="{1E9F0878-798A-ED43-B3B5-898053BC3220}"/>
    <dgm:cxn modelId="{61F9E329-7BB9-194F-9E76-5DEF55521A98}" srcId="{DF25985A-75E3-5F42-BF42-E9E8A145785B}" destId="{9E07D552-47E6-FD42-880A-326021935B03}" srcOrd="9" destOrd="0" parTransId="{D6C2B623-D5C1-AF45-8049-3284A764CCA4}" sibTransId="{56D85C1A-FE70-634F-80CE-65A907CB9A41}"/>
    <dgm:cxn modelId="{BBA7D430-6C7A-9540-85FB-E0E09BE3967D}" srcId="{DF25985A-75E3-5F42-BF42-E9E8A145785B}" destId="{CA1458A5-1F74-EF45-B039-1D8BF8F67B34}" srcOrd="10" destOrd="0" parTransId="{D313E8B8-B064-AD40-8EA6-42504F42DACE}" sibTransId="{824097EE-50BB-714C-9348-12984898FAFC}"/>
    <dgm:cxn modelId="{4D18F534-0F19-C54D-AA8D-E3AFA02A76FF}" type="presOf" srcId="{7635DCCB-DA9C-0445-A9E3-9587D061439A}" destId="{DEB7F295-6435-4B44-9E54-F208DE2773F9}" srcOrd="0" destOrd="0" presId="urn:microsoft.com/office/officeart/2005/8/layout/vList2"/>
    <dgm:cxn modelId="{2D7B2641-2DA3-E446-AC93-F895F27FBC28}" type="presOf" srcId="{EA102C1C-2C57-DC45-AA5F-0D369CAB347C}" destId="{1A7869BD-32A9-1F4B-A391-93E951220308}" srcOrd="0" destOrd="0" presId="urn:microsoft.com/office/officeart/2005/8/layout/vList2"/>
    <dgm:cxn modelId="{BF292A43-7186-584B-BD81-27B154E9A729}" type="presOf" srcId="{540A5161-DEAD-1046-8C2E-43DB9818FCF5}" destId="{D6FE87B5-AF42-6C42-A6FD-1DCA191C8164}" srcOrd="0" destOrd="0" presId="urn:microsoft.com/office/officeart/2005/8/layout/vList2"/>
    <dgm:cxn modelId="{14643D53-C700-FB49-8B8A-13C6258A1A7E}" srcId="{DF25985A-75E3-5F42-BF42-E9E8A145785B}" destId="{540A5161-DEAD-1046-8C2E-43DB9818FCF5}" srcOrd="12" destOrd="0" parTransId="{0C84B4FF-9FD8-3946-B831-002770CAB202}" sibTransId="{1BBA2F38-625D-AB42-A920-9C69CFDE0B24}"/>
    <dgm:cxn modelId="{804AE95D-F5E5-9B4A-A7B5-71C121190608}" srcId="{DF25985A-75E3-5F42-BF42-E9E8A145785B}" destId="{42143037-B6CA-E04B-AD75-713D58F8884F}" srcOrd="5" destOrd="0" parTransId="{E98D7C26-7E01-1743-BBF3-E47AAFBACA90}" sibTransId="{7501B5FB-F9B5-7546-9C19-767D38D8F594}"/>
    <dgm:cxn modelId="{ACEA5C72-80F8-354C-A491-DB1D17007A24}" type="presOf" srcId="{8934DAF5-3068-3443-A975-A0A8F1A13C6B}" destId="{DC81B001-E93B-9243-A4B2-E73EC79D8A33}" srcOrd="0" destOrd="0" presId="urn:microsoft.com/office/officeart/2005/8/layout/vList2"/>
    <dgm:cxn modelId="{25978A74-29CC-7A44-8E8E-72709DBF8572}" type="presOf" srcId="{CA1458A5-1F74-EF45-B039-1D8BF8F67B34}" destId="{194CF1FE-A516-CF47-8CDE-2FDCA625DB3C}" srcOrd="0" destOrd="0" presId="urn:microsoft.com/office/officeart/2005/8/layout/vList2"/>
    <dgm:cxn modelId="{C5733E78-714C-1D42-BD4F-6948DC87835B}" srcId="{DF25985A-75E3-5F42-BF42-E9E8A145785B}" destId="{81723039-2D25-304D-9263-284B923C9573}" srcOrd="1" destOrd="0" parTransId="{B4F69F36-1945-9146-A3A2-79A632CCD800}" sibTransId="{F052598E-2E70-7C47-AE8C-612E911B7BE5}"/>
    <dgm:cxn modelId="{16EB9885-9341-8F48-9764-6063E565614F}" srcId="{DF25985A-75E3-5F42-BF42-E9E8A145785B}" destId="{915D7515-2095-E24D-AB91-D83D5D7D6490}" srcOrd="6" destOrd="0" parTransId="{B8164A57-3C8F-444E-98F3-9A48DDB4D783}" sibTransId="{F337E23D-5723-9A41-88ED-CDB5EF5665F8}"/>
    <dgm:cxn modelId="{2DCD138D-5C74-EA4D-AA57-F1C8F02ED6D7}" type="presOf" srcId="{FF8BC44E-55BD-3D4E-9200-F2BA7756F425}" destId="{B2F5EAFD-ACC9-3C42-B7AA-A10FE00C0034}" srcOrd="0" destOrd="0" presId="urn:microsoft.com/office/officeart/2005/8/layout/vList2"/>
    <dgm:cxn modelId="{B7D9A494-5E5C-4341-9BA4-ED47EE0F31B0}" srcId="{DF25985A-75E3-5F42-BF42-E9E8A145785B}" destId="{1A773D07-9D66-3B47-9C67-FDA7E1976796}" srcOrd="0" destOrd="0" parTransId="{1BA9787A-C89E-634E-9D2F-BFBE0F0258C5}" sibTransId="{F1CAEC97-6E54-3A4A-BD2D-45B2BD8B771B}"/>
    <dgm:cxn modelId="{F6675495-F2E3-BF43-B10B-FDF3363BC824}" type="presOf" srcId="{91E749D8-9B4C-9F48-9C63-71B894F3DF9B}" destId="{076C495F-D5F9-4B43-A4EC-5D2BDCD72446}" srcOrd="0" destOrd="0" presId="urn:microsoft.com/office/officeart/2005/8/layout/vList2"/>
    <dgm:cxn modelId="{40C2D298-DBA4-6547-ABA9-72F36E8DE8B8}" type="presOf" srcId="{42143037-B6CA-E04B-AD75-713D58F8884F}" destId="{63D51961-A338-664D-BE08-BFEF773CACCB}" srcOrd="0" destOrd="0" presId="urn:microsoft.com/office/officeart/2005/8/layout/vList2"/>
    <dgm:cxn modelId="{E5342CA5-9964-374D-BBD9-C23D23A6F76F}" srcId="{DF25985A-75E3-5F42-BF42-E9E8A145785B}" destId="{0FA737A0-6678-E54D-81BF-F725E1123E98}" srcOrd="13" destOrd="0" parTransId="{BBB04653-C5BF-FB45-8EA9-6C770A063C31}" sibTransId="{FC02DE60-AFA6-B94E-8385-14707D9DB92C}"/>
    <dgm:cxn modelId="{E8DC2FAE-50C3-AE47-9C5B-9E412FD49B47}" srcId="{DF25985A-75E3-5F42-BF42-E9E8A145785B}" destId="{CDF4875B-7CE7-1A4F-86A1-90B6F99D8BB4}" srcOrd="7" destOrd="0" parTransId="{ED4B1DA6-400E-DC48-85C3-EF0EB28BD92E}" sibTransId="{0A26C3AE-8C41-0C41-BED7-E51E0DD23666}"/>
    <dgm:cxn modelId="{46515AAE-3F35-8D48-B1A8-4193E4E92DA6}" type="presOf" srcId="{915D7515-2095-E24D-AB91-D83D5D7D6490}" destId="{0081ACA6-8254-1E4D-B579-7835CFF24673}" srcOrd="0" destOrd="0" presId="urn:microsoft.com/office/officeart/2005/8/layout/vList2"/>
    <dgm:cxn modelId="{8A7F08B0-671A-154E-B1ED-404C8922AA73}" srcId="{DF25985A-75E3-5F42-BF42-E9E8A145785B}" destId="{EA102C1C-2C57-DC45-AA5F-0D369CAB347C}" srcOrd="8" destOrd="0" parTransId="{AE884B90-9AA0-5C44-BA5E-BB75F22BAC59}" sibTransId="{0CC72425-958B-7D4E-83A3-156B311B3ED9}"/>
    <dgm:cxn modelId="{82DB0FB8-5CD6-BA4F-8075-2A75D555E761}" type="presOf" srcId="{CDF4875B-7CE7-1A4F-86A1-90B6F99D8BB4}" destId="{F4654607-64AB-BC42-902F-F12BDEF84A30}" srcOrd="0" destOrd="0" presId="urn:microsoft.com/office/officeart/2005/8/layout/vList2"/>
    <dgm:cxn modelId="{3ADE35C1-7F0F-5C43-B779-E211F3EA0E3C}" srcId="{DF25985A-75E3-5F42-BF42-E9E8A145785B}" destId="{91E749D8-9B4C-9F48-9C63-71B894F3DF9B}" srcOrd="2" destOrd="0" parTransId="{907FD357-7817-304C-AE89-EDF4BFE19DEF}" sibTransId="{88BA07DC-6A28-AB44-9CDB-A8C49737FD5D}"/>
    <dgm:cxn modelId="{1D6A54C2-0C97-D14E-8735-1C8E33BCCEA5}" srcId="{DF25985A-75E3-5F42-BF42-E9E8A145785B}" destId="{8934DAF5-3068-3443-A975-A0A8F1A13C6B}" srcOrd="14" destOrd="0" parTransId="{263DEA3E-BB15-EF4A-BB8E-B509660C7203}" sibTransId="{A7022A63-A00E-CB4F-8B8F-A5D78166CE83}"/>
    <dgm:cxn modelId="{0D66EBCF-5324-E84B-B422-C037CF5C4F33}" srcId="{DF25985A-75E3-5F42-BF42-E9E8A145785B}" destId="{7635DCCB-DA9C-0445-A9E3-9587D061439A}" srcOrd="11" destOrd="0" parTransId="{EACAC11C-2672-FC45-B931-E440A4AD6D41}" sibTransId="{5C011978-2095-0146-95D3-F29D4EEF4FE6}"/>
    <dgm:cxn modelId="{84D436D5-A423-9440-9D90-B29A0B565A1F}" type="presOf" srcId="{1A773D07-9D66-3B47-9C67-FDA7E1976796}" destId="{4B160C8D-2B57-7941-B585-8A4ECAD4DF83}" srcOrd="0" destOrd="0" presId="urn:microsoft.com/office/officeart/2005/8/layout/vList2"/>
    <dgm:cxn modelId="{891B7ED5-4D07-A246-838C-447CDC3D993E}" type="presOf" srcId="{81723039-2D25-304D-9263-284B923C9573}" destId="{B89C177C-0126-D545-B61A-38EC8CE04483}" srcOrd="0" destOrd="0" presId="urn:microsoft.com/office/officeart/2005/8/layout/vList2"/>
    <dgm:cxn modelId="{77D733E5-4017-054E-B0F3-6EBFDFBCA3D8}" type="presOf" srcId="{DF25985A-75E3-5F42-BF42-E9E8A145785B}" destId="{09B35F8C-14EA-A34B-8040-A2C4274F2A0B}" srcOrd="0" destOrd="0" presId="urn:microsoft.com/office/officeart/2005/8/layout/vList2"/>
    <dgm:cxn modelId="{F93D9AE9-8DBF-704D-9385-D21A9338B469}" type="presOf" srcId="{0FA737A0-6678-E54D-81BF-F725E1123E98}" destId="{0CFCAFBE-438D-8D40-A8D0-2EBC93F1A496}" srcOrd="0" destOrd="0" presId="urn:microsoft.com/office/officeart/2005/8/layout/vList2"/>
    <dgm:cxn modelId="{699A71F1-D4B1-F543-AF34-66B522148C74}" type="presOf" srcId="{F815B668-8CF1-9640-B2F6-C5176180AB10}" destId="{FCB61159-9765-B54C-B253-A1A5BEB00691}" srcOrd="0" destOrd="0" presId="urn:microsoft.com/office/officeart/2005/8/layout/vList2"/>
    <dgm:cxn modelId="{D6B273F4-C725-0947-817D-4D4C3058B51C}" type="presOf" srcId="{9E07D552-47E6-FD42-880A-326021935B03}" destId="{CFA645CA-2BE9-1548-8CB0-1ABD3848A53E}" srcOrd="0" destOrd="0" presId="urn:microsoft.com/office/officeart/2005/8/layout/vList2"/>
    <dgm:cxn modelId="{E03DD384-3FFF-A34F-A45B-1E137427AF57}" type="presParOf" srcId="{09B35F8C-14EA-A34B-8040-A2C4274F2A0B}" destId="{4B160C8D-2B57-7941-B585-8A4ECAD4DF83}" srcOrd="0" destOrd="0" presId="urn:microsoft.com/office/officeart/2005/8/layout/vList2"/>
    <dgm:cxn modelId="{1C350596-53BA-FE42-A4E3-333A8D098D61}" type="presParOf" srcId="{09B35F8C-14EA-A34B-8040-A2C4274F2A0B}" destId="{C8D1263F-480B-BA48-A41A-2CE7F1948DDF}" srcOrd="1" destOrd="0" presId="urn:microsoft.com/office/officeart/2005/8/layout/vList2"/>
    <dgm:cxn modelId="{87478E35-D846-8D44-942F-76DAD461432A}" type="presParOf" srcId="{09B35F8C-14EA-A34B-8040-A2C4274F2A0B}" destId="{B89C177C-0126-D545-B61A-38EC8CE04483}" srcOrd="2" destOrd="0" presId="urn:microsoft.com/office/officeart/2005/8/layout/vList2"/>
    <dgm:cxn modelId="{98883752-2C8D-F048-AD36-4748DB312D3B}" type="presParOf" srcId="{09B35F8C-14EA-A34B-8040-A2C4274F2A0B}" destId="{56388DEB-B779-C846-9F6E-874811490215}" srcOrd="3" destOrd="0" presId="urn:microsoft.com/office/officeart/2005/8/layout/vList2"/>
    <dgm:cxn modelId="{4D897B57-3D57-0644-986C-7A8E2A10F701}" type="presParOf" srcId="{09B35F8C-14EA-A34B-8040-A2C4274F2A0B}" destId="{076C495F-D5F9-4B43-A4EC-5D2BDCD72446}" srcOrd="4" destOrd="0" presId="urn:microsoft.com/office/officeart/2005/8/layout/vList2"/>
    <dgm:cxn modelId="{2C8C2228-79DD-E041-AF84-4CAA0D6ED00C}" type="presParOf" srcId="{09B35F8C-14EA-A34B-8040-A2C4274F2A0B}" destId="{9FE7A81C-92FC-934D-B71B-4F26A2BC4EF0}" srcOrd="5" destOrd="0" presId="urn:microsoft.com/office/officeart/2005/8/layout/vList2"/>
    <dgm:cxn modelId="{4E84C4BE-2E83-8644-9305-2B8184EBF911}" type="presParOf" srcId="{09B35F8C-14EA-A34B-8040-A2C4274F2A0B}" destId="{FCB61159-9765-B54C-B253-A1A5BEB00691}" srcOrd="6" destOrd="0" presId="urn:microsoft.com/office/officeart/2005/8/layout/vList2"/>
    <dgm:cxn modelId="{13CB3CF9-B573-9A46-B781-5C1A84F92D16}" type="presParOf" srcId="{09B35F8C-14EA-A34B-8040-A2C4274F2A0B}" destId="{B86C0C62-B1D0-AC44-972B-8E78EA914F99}" srcOrd="7" destOrd="0" presId="urn:microsoft.com/office/officeart/2005/8/layout/vList2"/>
    <dgm:cxn modelId="{C6F9950D-BA7D-E244-89EC-EECCC98F1E28}" type="presParOf" srcId="{09B35F8C-14EA-A34B-8040-A2C4274F2A0B}" destId="{B2F5EAFD-ACC9-3C42-B7AA-A10FE00C0034}" srcOrd="8" destOrd="0" presId="urn:microsoft.com/office/officeart/2005/8/layout/vList2"/>
    <dgm:cxn modelId="{2B9A354C-A005-5548-BADC-C3156B5C414A}" type="presParOf" srcId="{09B35F8C-14EA-A34B-8040-A2C4274F2A0B}" destId="{738CF596-A7A3-6A43-855D-3D21CD9B14AE}" srcOrd="9" destOrd="0" presId="urn:microsoft.com/office/officeart/2005/8/layout/vList2"/>
    <dgm:cxn modelId="{626064A1-59E5-284D-9D27-95ADFC809CC4}" type="presParOf" srcId="{09B35F8C-14EA-A34B-8040-A2C4274F2A0B}" destId="{63D51961-A338-664D-BE08-BFEF773CACCB}" srcOrd="10" destOrd="0" presId="urn:microsoft.com/office/officeart/2005/8/layout/vList2"/>
    <dgm:cxn modelId="{89FF5F2B-C637-E842-BF3F-AC3AFADBA821}" type="presParOf" srcId="{09B35F8C-14EA-A34B-8040-A2C4274F2A0B}" destId="{73329234-6B22-A64B-B6A7-818CA18711FD}" srcOrd="11" destOrd="0" presId="urn:microsoft.com/office/officeart/2005/8/layout/vList2"/>
    <dgm:cxn modelId="{A091AF1A-4174-8D4A-B3D5-00391ADD9174}" type="presParOf" srcId="{09B35F8C-14EA-A34B-8040-A2C4274F2A0B}" destId="{0081ACA6-8254-1E4D-B579-7835CFF24673}" srcOrd="12" destOrd="0" presId="urn:microsoft.com/office/officeart/2005/8/layout/vList2"/>
    <dgm:cxn modelId="{CF033EA7-641C-D441-A877-912B312ACAEE}" type="presParOf" srcId="{09B35F8C-14EA-A34B-8040-A2C4274F2A0B}" destId="{D0094BB4-054F-7D4C-8244-E33959E30569}" srcOrd="13" destOrd="0" presId="urn:microsoft.com/office/officeart/2005/8/layout/vList2"/>
    <dgm:cxn modelId="{DB21079F-95D5-5E4B-BD0C-4BFA433CC571}" type="presParOf" srcId="{09B35F8C-14EA-A34B-8040-A2C4274F2A0B}" destId="{F4654607-64AB-BC42-902F-F12BDEF84A30}" srcOrd="14" destOrd="0" presId="urn:microsoft.com/office/officeart/2005/8/layout/vList2"/>
    <dgm:cxn modelId="{B7F0B0AF-FF14-914E-BAE6-6786C76C9D86}" type="presParOf" srcId="{09B35F8C-14EA-A34B-8040-A2C4274F2A0B}" destId="{2827AA7B-28A6-8046-AD64-E5CE43A3E1DC}" srcOrd="15" destOrd="0" presId="urn:microsoft.com/office/officeart/2005/8/layout/vList2"/>
    <dgm:cxn modelId="{4DD34C3E-7D83-E04A-AB8A-61F7699E7CEC}" type="presParOf" srcId="{09B35F8C-14EA-A34B-8040-A2C4274F2A0B}" destId="{1A7869BD-32A9-1F4B-A391-93E951220308}" srcOrd="16" destOrd="0" presId="urn:microsoft.com/office/officeart/2005/8/layout/vList2"/>
    <dgm:cxn modelId="{DC47853F-2B95-A243-B677-4951D2332632}" type="presParOf" srcId="{09B35F8C-14EA-A34B-8040-A2C4274F2A0B}" destId="{05F036DF-39B6-B443-A4D8-182FF2DE02C4}" srcOrd="17" destOrd="0" presId="urn:microsoft.com/office/officeart/2005/8/layout/vList2"/>
    <dgm:cxn modelId="{1231804D-E47C-FC4C-AFF3-52EFA6AB565D}" type="presParOf" srcId="{09B35F8C-14EA-A34B-8040-A2C4274F2A0B}" destId="{CFA645CA-2BE9-1548-8CB0-1ABD3848A53E}" srcOrd="18" destOrd="0" presId="urn:microsoft.com/office/officeart/2005/8/layout/vList2"/>
    <dgm:cxn modelId="{96115109-D0BD-334A-ACEC-F5ABB72F8CE2}" type="presParOf" srcId="{09B35F8C-14EA-A34B-8040-A2C4274F2A0B}" destId="{C441448D-9EAA-A64E-BE98-B33EA9B9F23C}" srcOrd="19" destOrd="0" presId="urn:microsoft.com/office/officeart/2005/8/layout/vList2"/>
    <dgm:cxn modelId="{488F85A1-A07F-8F4A-AD67-2A98442A5F9F}" type="presParOf" srcId="{09B35F8C-14EA-A34B-8040-A2C4274F2A0B}" destId="{194CF1FE-A516-CF47-8CDE-2FDCA625DB3C}" srcOrd="20" destOrd="0" presId="urn:microsoft.com/office/officeart/2005/8/layout/vList2"/>
    <dgm:cxn modelId="{E827ADE4-5529-E642-A04F-CAC28F5FD0C1}" type="presParOf" srcId="{09B35F8C-14EA-A34B-8040-A2C4274F2A0B}" destId="{78E295A7-6349-2A45-98B8-95C4BB62E757}" srcOrd="21" destOrd="0" presId="urn:microsoft.com/office/officeart/2005/8/layout/vList2"/>
    <dgm:cxn modelId="{7B1456FF-0805-434E-B027-3BF0519892EF}" type="presParOf" srcId="{09B35F8C-14EA-A34B-8040-A2C4274F2A0B}" destId="{DEB7F295-6435-4B44-9E54-F208DE2773F9}" srcOrd="22" destOrd="0" presId="urn:microsoft.com/office/officeart/2005/8/layout/vList2"/>
    <dgm:cxn modelId="{E4EB27D5-29B8-5047-84E9-A64E3E7290B5}" type="presParOf" srcId="{09B35F8C-14EA-A34B-8040-A2C4274F2A0B}" destId="{CF9159CF-AC43-2446-9D1A-195322F4641C}" srcOrd="23" destOrd="0" presId="urn:microsoft.com/office/officeart/2005/8/layout/vList2"/>
    <dgm:cxn modelId="{988F7B9E-C4AA-0444-AB22-59B09129756C}" type="presParOf" srcId="{09B35F8C-14EA-A34B-8040-A2C4274F2A0B}" destId="{D6FE87B5-AF42-6C42-A6FD-1DCA191C8164}" srcOrd="24" destOrd="0" presId="urn:microsoft.com/office/officeart/2005/8/layout/vList2"/>
    <dgm:cxn modelId="{A7517D46-8DC8-7F4F-BA18-D47EA6290715}" type="presParOf" srcId="{09B35F8C-14EA-A34B-8040-A2C4274F2A0B}" destId="{181A52A1-B936-BF43-8B1B-018B8A171537}" srcOrd="25" destOrd="0" presId="urn:microsoft.com/office/officeart/2005/8/layout/vList2"/>
    <dgm:cxn modelId="{1CDBC12F-DA53-2445-BB4E-1821F0BFF1F1}" type="presParOf" srcId="{09B35F8C-14EA-A34B-8040-A2C4274F2A0B}" destId="{0CFCAFBE-438D-8D40-A8D0-2EBC93F1A496}" srcOrd="26" destOrd="0" presId="urn:microsoft.com/office/officeart/2005/8/layout/vList2"/>
    <dgm:cxn modelId="{0F2319D0-2B2E-AC48-9C0C-7E89B211233F}" type="presParOf" srcId="{09B35F8C-14EA-A34B-8040-A2C4274F2A0B}" destId="{A7C386F0-08E7-4B4D-9125-DA9502194D32}" srcOrd="27" destOrd="0" presId="urn:microsoft.com/office/officeart/2005/8/layout/vList2"/>
    <dgm:cxn modelId="{F7C9F5AF-E1C5-4B4F-BC1B-C180E69510CA}" type="presParOf" srcId="{09B35F8C-14EA-A34B-8040-A2C4274F2A0B}" destId="{DC81B001-E93B-9243-A4B2-E73EC79D8A33}" srcOrd="2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4362AB-3C8B-874E-863A-91AE804C11A5}">
      <dsp:nvSpPr>
        <dsp:cNvPr id="0" name=""/>
        <dsp:cNvSpPr/>
      </dsp:nvSpPr>
      <dsp:spPr>
        <a:xfrm>
          <a:off x="0" y="236358"/>
          <a:ext cx="7509083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4493C7-8A03-C841-A5E4-865B6102E9B0}">
      <dsp:nvSpPr>
        <dsp:cNvPr id="0" name=""/>
        <dsp:cNvSpPr/>
      </dsp:nvSpPr>
      <dsp:spPr>
        <a:xfrm>
          <a:off x="375454" y="198"/>
          <a:ext cx="5256358" cy="4723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678" tIns="0" rIns="19867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LabVIEW WebSockets Library (MediaMongrels/NI)</a:t>
          </a:r>
          <a:endParaRPr lang="en-IN" sz="1600" kern="1200"/>
        </a:p>
      </dsp:txBody>
      <dsp:txXfrm>
        <a:off x="398511" y="23255"/>
        <a:ext cx="5210244" cy="426206"/>
      </dsp:txXfrm>
    </dsp:sp>
    <dsp:sp modelId="{C859A4A6-B7D9-E54F-8477-6772FB322C42}">
      <dsp:nvSpPr>
        <dsp:cNvPr id="0" name=""/>
        <dsp:cNvSpPr/>
      </dsp:nvSpPr>
      <dsp:spPr>
        <a:xfrm>
          <a:off x="0" y="754359"/>
          <a:ext cx="7509083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D01F14-731B-E74F-A062-A1DF062927C9}">
      <dsp:nvSpPr>
        <dsp:cNvPr id="0" name=""/>
        <dsp:cNvSpPr/>
      </dsp:nvSpPr>
      <dsp:spPr>
        <a:xfrm>
          <a:off x="375454" y="725958"/>
          <a:ext cx="5256358" cy="4723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678" tIns="0" rIns="19867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JKI JSON Serialization Library</a:t>
          </a:r>
          <a:endParaRPr lang="en-IN" sz="1600" kern="1200"/>
        </a:p>
      </dsp:txBody>
      <dsp:txXfrm>
        <a:off x="398511" y="749015"/>
        <a:ext cx="5210244" cy="426206"/>
      </dsp:txXfrm>
    </dsp:sp>
    <dsp:sp modelId="{85120CBE-7924-2C44-B335-775D7C9E6545}">
      <dsp:nvSpPr>
        <dsp:cNvPr id="0" name=""/>
        <dsp:cNvSpPr/>
      </dsp:nvSpPr>
      <dsp:spPr>
        <a:xfrm>
          <a:off x="0" y="1687878"/>
          <a:ext cx="7509083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F6BDE9-B959-084A-A1D4-795EA6AA35DA}">
      <dsp:nvSpPr>
        <dsp:cNvPr id="0" name=""/>
        <dsp:cNvSpPr/>
      </dsp:nvSpPr>
      <dsp:spPr>
        <a:xfrm>
          <a:off x="375454" y="1451718"/>
          <a:ext cx="5256358" cy="4723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678" tIns="0" rIns="19867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JKI HTTP REST Client</a:t>
          </a:r>
          <a:endParaRPr lang="en-IN" sz="1600" kern="1200"/>
        </a:p>
      </dsp:txBody>
      <dsp:txXfrm>
        <a:off x="398511" y="1474775"/>
        <a:ext cx="5210244" cy="426206"/>
      </dsp:txXfrm>
    </dsp:sp>
    <dsp:sp modelId="{10E26337-E425-4B43-90B4-D81B417C4DAC}">
      <dsp:nvSpPr>
        <dsp:cNvPr id="0" name=""/>
        <dsp:cNvSpPr/>
      </dsp:nvSpPr>
      <dsp:spPr>
        <a:xfrm>
          <a:off x="0" y="2413638"/>
          <a:ext cx="7509083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EF3D10-849A-6243-ADDA-1FF641B005E6}">
      <dsp:nvSpPr>
        <dsp:cNvPr id="0" name=""/>
        <dsp:cNvSpPr/>
      </dsp:nvSpPr>
      <dsp:spPr>
        <a:xfrm>
          <a:off x="375454" y="2177478"/>
          <a:ext cx="5256358" cy="4723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678" tIns="0" rIns="19867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MQTT Library for LabVIEW</a:t>
          </a:r>
          <a:endParaRPr lang="en-IN" sz="1600" kern="1200"/>
        </a:p>
      </dsp:txBody>
      <dsp:txXfrm>
        <a:off x="398511" y="2200535"/>
        <a:ext cx="5210244" cy="426206"/>
      </dsp:txXfrm>
    </dsp:sp>
    <dsp:sp modelId="{AD05B4B0-7E72-A240-BC6F-1700D35DE816}">
      <dsp:nvSpPr>
        <dsp:cNvPr id="0" name=""/>
        <dsp:cNvSpPr/>
      </dsp:nvSpPr>
      <dsp:spPr>
        <a:xfrm>
          <a:off x="0" y="3139398"/>
          <a:ext cx="7509083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393790-979B-974D-A060-5255FDDF4E0F}">
      <dsp:nvSpPr>
        <dsp:cNvPr id="0" name=""/>
        <dsp:cNvSpPr/>
      </dsp:nvSpPr>
      <dsp:spPr>
        <a:xfrm>
          <a:off x="375454" y="2903238"/>
          <a:ext cx="5256358" cy="4723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678" tIns="0" rIns="19867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JKI Flat UI Controls / SystemG UI Controls</a:t>
          </a:r>
          <a:endParaRPr lang="en-IN" sz="1600" kern="1200"/>
        </a:p>
      </dsp:txBody>
      <dsp:txXfrm>
        <a:off x="398511" y="2926295"/>
        <a:ext cx="5210244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160C8D-2B57-7941-B585-8A4ECAD4DF83}">
      <dsp:nvSpPr>
        <dsp:cNvPr id="0" name=""/>
        <dsp:cNvSpPr/>
      </dsp:nvSpPr>
      <dsp:spPr>
        <a:xfrm>
          <a:off x="0" y="180694"/>
          <a:ext cx="6629400" cy="234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 Wi-Fi Router - 1 Qty</a:t>
          </a:r>
          <a:endParaRPr lang="en-IN" sz="1000" kern="1200" dirty="0"/>
        </a:p>
      </dsp:txBody>
      <dsp:txXfrm>
        <a:off x="11423" y="192117"/>
        <a:ext cx="6606554" cy="211154"/>
      </dsp:txXfrm>
    </dsp:sp>
    <dsp:sp modelId="{B89C177C-0126-D545-B61A-38EC8CE04483}">
      <dsp:nvSpPr>
        <dsp:cNvPr id="0" name=""/>
        <dsp:cNvSpPr/>
      </dsp:nvSpPr>
      <dsp:spPr>
        <a:xfrm>
          <a:off x="0" y="443494"/>
          <a:ext cx="6629400" cy="234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 ESP32 </a:t>
          </a:r>
          <a:r>
            <a:rPr lang="en-IN" sz="1000" b="0" i="0" kern="1200" dirty="0" err="1"/>
            <a:t>NodeMCU</a:t>
          </a:r>
          <a:r>
            <a:rPr lang="en-IN" sz="1000" b="0" i="0" kern="1200" dirty="0"/>
            <a:t> - 3 Qty</a:t>
          </a:r>
          <a:endParaRPr lang="en-IN" sz="1000" kern="1200" dirty="0"/>
        </a:p>
      </dsp:txBody>
      <dsp:txXfrm>
        <a:off x="11423" y="454917"/>
        <a:ext cx="6606554" cy="211154"/>
      </dsp:txXfrm>
    </dsp:sp>
    <dsp:sp modelId="{076C495F-D5F9-4B43-A4EC-5D2BDCD72446}">
      <dsp:nvSpPr>
        <dsp:cNvPr id="0" name=""/>
        <dsp:cNvSpPr/>
      </dsp:nvSpPr>
      <dsp:spPr>
        <a:xfrm>
          <a:off x="0" y="706294"/>
          <a:ext cx="6629400" cy="234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 HC-SR04 Ultrasonic Sensor - 1 Qty</a:t>
          </a:r>
          <a:endParaRPr lang="en-IN" sz="1000" kern="1200" dirty="0"/>
        </a:p>
      </dsp:txBody>
      <dsp:txXfrm>
        <a:off x="11423" y="717717"/>
        <a:ext cx="6606554" cy="211154"/>
      </dsp:txXfrm>
    </dsp:sp>
    <dsp:sp modelId="{FCB61159-9765-B54C-B253-A1A5BEB00691}">
      <dsp:nvSpPr>
        <dsp:cNvPr id="0" name=""/>
        <dsp:cNvSpPr/>
      </dsp:nvSpPr>
      <dsp:spPr>
        <a:xfrm>
          <a:off x="0" y="969094"/>
          <a:ext cx="6629400" cy="234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 DS18B20 Waterproof Temperature Sensor - 1 Qty</a:t>
          </a:r>
          <a:endParaRPr lang="en-IN" sz="1000" kern="1200" dirty="0"/>
        </a:p>
      </dsp:txBody>
      <dsp:txXfrm>
        <a:off x="11423" y="980517"/>
        <a:ext cx="6606554" cy="211154"/>
      </dsp:txXfrm>
    </dsp:sp>
    <dsp:sp modelId="{B2F5EAFD-ACC9-3C42-B7AA-A10FE00C0034}">
      <dsp:nvSpPr>
        <dsp:cNvPr id="0" name=""/>
        <dsp:cNvSpPr/>
      </dsp:nvSpPr>
      <dsp:spPr>
        <a:xfrm>
          <a:off x="0" y="1231894"/>
          <a:ext cx="6629400" cy="234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 5V Submersible Water Pump - 1 Qty</a:t>
          </a:r>
          <a:endParaRPr lang="en-IN" sz="1000" kern="1200" dirty="0"/>
        </a:p>
      </dsp:txBody>
      <dsp:txXfrm>
        <a:off x="11423" y="1243317"/>
        <a:ext cx="6606554" cy="211154"/>
      </dsp:txXfrm>
    </dsp:sp>
    <dsp:sp modelId="{63D51961-A338-664D-BE08-BFEF773CACCB}">
      <dsp:nvSpPr>
        <dsp:cNvPr id="0" name=""/>
        <dsp:cNvSpPr/>
      </dsp:nvSpPr>
      <dsp:spPr>
        <a:xfrm>
          <a:off x="0" y="1494694"/>
          <a:ext cx="6629400" cy="234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 12V Heating Cartridge - 1 Qty</a:t>
          </a:r>
          <a:endParaRPr lang="en-IN" sz="1000" kern="1200" dirty="0"/>
        </a:p>
      </dsp:txBody>
      <dsp:txXfrm>
        <a:off x="11423" y="1506117"/>
        <a:ext cx="6606554" cy="211154"/>
      </dsp:txXfrm>
    </dsp:sp>
    <dsp:sp modelId="{0081ACA6-8254-1E4D-B579-7835CFF24673}">
      <dsp:nvSpPr>
        <dsp:cNvPr id="0" name=""/>
        <dsp:cNvSpPr/>
      </dsp:nvSpPr>
      <dsp:spPr>
        <a:xfrm>
          <a:off x="0" y="1757494"/>
          <a:ext cx="6629400" cy="234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 MQ-2 Gas/Smoke Sensor - 1 Qty</a:t>
          </a:r>
          <a:endParaRPr lang="en-IN" sz="1000" kern="1200" dirty="0"/>
        </a:p>
      </dsp:txBody>
      <dsp:txXfrm>
        <a:off x="11423" y="1768917"/>
        <a:ext cx="6606554" cy="211154"/>
      </dsp:txXfrm>
    </dsp:sp>
    <dsp:sp modelId="{F4654607-64AB-BC42-902F-F12BDEF84A30}">
      <dsp:nvSpPr>
        <dsp:cNvPr id="0" name=""/>
        <dsp:cNvSpPr/>
      </dsp:nvSpPr>
      <dsp:spPr>
        <a:xfrm>
          <a:off x="0" y="2020294"/>
          <a:ext cx="6629400" cy="234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 Infrared Flame Sensor - 1 Qty</a:t>
          </a:r>
          <a:endParaRPr lang="en-IN" sz="1000" kern="1200" dirty="0"/>
        </a:p>
      </dsp:txBody>
      <dsp:txXfrm>
        <a:off x="11423" y="2031717"/>
        <a:ext cx="6606554" cy="211154"/>
      </dsp:txXfrm>
    </dsp:sp>
    <dsp:sp modelId="{1A7869BD-32A9-1F4B-A391-93E951220308}">
      <dsp:nvSpPr>
        <dsp:cNvPr id="0" name=""/>
        <dsp:cNvSpPr/>
      </dsp:nvSpPr>
      <dsp:spPr>
        <a:xfrm>
          <a:off x="0" y="2283094"/>
          <a:ext cx="6629400" cy="234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 5V Active Buzzer - 1 Qty</a:t>
          </a:r>
          <a:endParaRPr lang="en-IN" sz="1000" kern="1200" dirty="0"/>
        </a:p>
      </dsp:txBody>
      <dsp:txXfrm>
        <a:off x="11423" y="2294517"/>
        <a:ext cx="6606554" cy="211154"/>
      </dsp:txXfrm>
    </dsp:sp>
    <dsp:sp modelId="{CFA645CA-2BE9-1548-8CB0-1ABD3848A53E}">
      <dsp:nvSpPr>
        <dsp:cNvPr id="0" name=""/>
        <dsp:cNvSpPr/>
      </dsp:nvSpPr>
      <dsp:spPr>
        <a:xfrm>
          <a:off x="0" y="2545894"/>
          <a:ext cx="6629400" cy="234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 5V DC Brushless Fan - 1 Qty</a:t>
          </a:r>
          <a:endParaRPr lang="en-IN" sz="1000" kern="1200" dirty="0"/>
        </a:p>
      </dsp:txBody>
      <dsp:txXfrm>
        <a:off x="11423" y="2557317"/>
        <a:ext cx="6606554" cy="211154"/>
      </dsp:txXfrm>
    </dsp:sp>
    <dsp:sp modelId="{194CF1FE-A516-CF47-8CDE-2FDCA625DB3C}">
      <dsp:nvSpPr>
        <dsp:cNvPr id="0" name=""/>
        <dsp:cNvSpPr/>
      </dsp:nvSpPr>
      <dsp:spPr>
        <a:xfrm>
          <a:off x="0" y="2808694"/>
          <a:ext cx="6629400" cy="234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 ACS712 Current Sensor - 1 Qty</a:t>
          </a:r>
          <a:endParaRPr lang="en-IN" sz="1000" kern="1200" dirty="0"/>
        </a:p>
      </dsp:txBody>
      <dsp:txXfrm>
        <a:off x="11423" y="2820117"/>
        <a:ext cx="6606554" cy="211154"/>
      </dsp:txXfrm>
    </dsp:sp>
    <dsp:sp modelId="{DEB7F295-6435-4B44-9E54-F208DE2773F9}">
      <dsp:nvSpPr>
        <dsp:cNvPr id="0" name=""/>
        <dsp:cNvSpPr/>
      </dsp:nvSpPr>
      <dsp:spPr>
        <a:xfrm>
          <a:off x="0" y="3071493"/>
          <a:ext cx="6629400" cy="234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 Voltage Sensor Module - 1 Qty</a:t>
          </a:r>
          <a:endParaRPr lang="en-IN" sz="1000" kern="1200" dirty="0"/>
        </a:p>
      </dsp:txBody>
      <dsp:txXfrm>
        <a:off x="11423" y="3082916"/>
        <a:ext cx="6606554" cy="211154"/>
      </dsp:txXfrm>
    </dsp:sp>
    <dsp:sp modelId="{D6FE87B5-AF42-6C42-A6FD-1DCA191C8164}">
      <dsp:nvSpPr>
        <dsp:cNvPr id="0" name=""/>
        <dsp:cNvSpPr/>
      </dsp:nvSpPr>
      <dsp:spPr>
        <a:xfrm>
          <a:off x="0" y="3334293"/>
          <a:ext cx="6629400" cy="234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 5V Relay Modules - 4 Qty</a:t>
          </a:r>
          <a:endParaRPr lang="en-IN" sz="1000" kern="1200" dirty="0"/>
        </a:p>
      </dsp:txBody>
      <dsp:txXfrm>
        <a:off x="11423" y="3345716"/>
        <a:ext cx="6606554" cy="211154"/>
      </dsp:txXfrm>
    </dsp:sp>
    <dsp:sp modelId="{0CFCAFBE-438D-8D40-A8D0-2EBC93F1A496}">
      <dsp:nvSpPr>
        <dsp:cNvPr id="0" name=""/>
        <dsp:cNvSpPr/>
      </dsp:nvSpPr>
      <dsp:spPr>
        <a:xfrm>
          <a:off x="0" y="3597093"/>
          <a:ext cx="6629400" cy="234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 Breadboards &amp; Jumper Wires - 1 Set</a:t>
          </a:r>
          <a:endParaRPr lang="en-IN" sz="1000" kern="1200" dirty="0"/>
        </a:p>
      </dsp:txBody>
      <dsp:txXfrm>
        <a:off x="11423" y="3608516"/>
        <a:ext cx="6606554" cy="211154"/>
      </dsp:txXfrm>
    </dsp:sp>
    <dsp:sp modelId="{DC81B001-E93B-9243-A4B2-E73EC79D8A33}">
      <dsp:nvSpPr>
        <dsp:cNvPr id="0" name=""/>
        <dsp:cNvSpPr/>
      </dsp:nvSpPr>
      <dsp:spPr>
        <a:xfrm>
          <a:off x="0" y="3859893"/>
          <a:ext cx="6629400" cy="234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 12V 2A Power Adapter - 1 Qty</a:t>
          </a:r>
          <a:endParaRPr lang="en-IN" sz="1000" kern="1200" dirty="0"/>
        </a:p>
      </dsp:txBody>
      <dsp:txXfrm>
        <a:off x="11423" y="3871316"/>
        <a:ext cx="6606554" cy="211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633336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64902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91375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12483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4495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2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Noto Sans Symbols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Noto Sans Symbols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Noto Sans Symbols"/>
              <a:buNone/>
              <a:defRPr sz="13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25B6AE37-F510-4104-97FF-62A2F4C8CA52}" type="datetime1">
              <a:rPr lang="en-US" smtClean="0"/>
              <a:t>7/27/26</a:t>
            </a:fld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3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342900" marR="0" lvl="0" indent="-1714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Noto Sans Symbols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171450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Noto Sans Symbols"/>
              <a:buNone/>
              <a:defRPr sz="13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Noto Sans Symbols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Noto Sans Symbols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927D1AF0-74A6-435B-ADC6-86715D84DEFF}" type="datetime1">
              <a:rPr lang="en-US" smtClean="0"/>
              <a:t>7/27/26</a:t>
            </a:fld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2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3048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3048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251CE321-8E86-464A-BDEE-89274993642E}" type="datetime1">
              <a:rPr lang="en-US" smtClean="0"/>
              <a:t>7/27/26</a:t>
            </a:fld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2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342900" marR="0" lvl="0" indent="-171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1714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171450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sz="13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342900" marR="0" lvl="0" indent="-171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1714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171450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sz="13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4AA311AD-1A49-46C5-A851-1A130A200094}" type="datetime1">
              <a:rPr lang="en-US" smtClean="0"/>
              <a:t>7/27/26</a:t>
            </a:fld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3238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3048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body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17145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17145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9252B03-F403-4777-A792-65E1AA083379}" type="datetime1">
              <a:rPr lang="en-US" smtClean="0"/>
              <a:t>7/27/26</a:t>
            </a:fld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Shape 6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17145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17145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245805E-865A-4920-A64D-75716755D983}" type="datetime1">
              <a:rPr lang="en-US" smtClean="0"/>
              <a:t>7/27/26</a:t>
            </a:fld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2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 rot="5400000">
            <a:off x="2536825" y="206375"/>
            <a:ext cx="407035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1416501A-7A99-40D9-A72C-2746E5187F85}" type="datetime1">
              <a:rPr lang="en-US" smtClean="0"/>
              <a:t>7/27/26</a:t>
            </a:fld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title"/>
          </p:nvPr>
        </p:nvSpPr>
        <p:spPr>
          <a:xfrm rot="5400000">
            <a:off x="4732338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2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 rot="5400000">
            <a:off x="541339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9276BF41-2A73-4173-B240-C16B2B5DA131}" type="datetime1">
              <a:rPr lang="en-US" smtClean="0"/>
              <a:t>7/27/26</a:t>
            </a:fld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 r="-22000"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57200" y="2286002"/>
            <a:ext cx="8229600" cy="407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423FE780-9047-4C10-926F-A43A97007AC1}" type="datetime1">
              <a:rPr lang="en-US" smtClean="0"/>
              <a:t>7/27/26</a:t>
            </a:fld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ctrTitle"/>
          </p:nvPr>
        </p:nvSpPr>
        <p:spPr>
          <a:xfrm>
            <a:off x="0" y="1749417"/>
            <a:ext cx="9144000" cy="712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defRPr sz="2200" b="1">
                <a:latin typeface="Arial"/>
              </a:defRPr>
            </a:pPr>
            <a:r>
              <a:rPr dirty="0"/>
              <a:t>IoT-Enabled Distributed SCADA &amp; Machine Learning-Based Predictive Anomaly Detection for Multi-Process Industrial Systems</a:t>
            </a:r>
            <a:endParaRPr sz="5400" dirty="0"/>
          </a:p>
        </p:txBody>
      </p:sp>
      <p:sp>
        <p:nvSpPr>
          <p:cNvPr id="89" name="Shape 89"/>
          <p:cNvSpPr txBox="1">
            <a:spLocks noGrp="1"/>
          </p:cNvSpPr>
          <p:nvPr>
            <p:ph type="subTitle" idx="1"/>
          </p:nvPr>
        </p:nvSpPr>
        <p:spPr>
          <a:xfrm>
            <a:off x="2171700" y="2679405"/>
            <a:ext cx="4800600" cy="3998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Developed By </a:t>
            </a:r>
          </a:p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Eklavya Vaid (B117) – </a:t>
            </a:r>
            <a:r>
              <a:rPr lang="en-US" sz="2400" dirty="0" err="1">
                <a:solidFill>
                  <a:schemeClr val="tx1"/>
                </a:solidFill>
              </a:rPr>
              <a:t>Btech</a:t>
            </a:r>
            <a:r>
              <a:rPr lang="en-US" sz="2400" dirty="0">
                <a:solidFill>
                  <a:schemeClr val="tx1"/>
                </a:solidFill>
              </a:rPr>
              <a:t>(CE)</a:t>
            </a:r>
          </a:p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Arka Dhamani (A103) – </a:t>
            </a:r>
            <a:r>
              <a:rPr lang="en-US" sz="2400" dirty="0" err="1">
                <a:solidFill>
                  <a:schemeClr val="tx1"/>
                </a:solidFill>
              </a:rPr>
              <a:t>Btech</a:t>
            </a:r>
            <a:r>
              <a:rPr lang="en-US" sz="2400" dirty="0">
                <a:solidFill>
                  <a:schemeClr val="tx1"/>
                </a:solidFill>
              </a:rPr>
              <a:t>(IT) </a:t>
            </a:r>
          </a:p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Krishna Solanki (I075) – </a:t>
            </a:r>
            <a:r>
              <a:rPr lang="en-US" sz="2400" dirty="0" err="1">
                <a:solidFill>
                  <a:schemeClr val="tx1"/>
                </a:solidFill>
              </a:rPr>
              <a:t>MBATech</a:t>
            </a:r>
            <a:r>
              <a:rPr lang="en-US" sz="2400" dirty="0">
                <a:solidFill>
                  <a:schemeClr val="tx1"/>
                </a:solidFill>
              </a:rPr>
              <a:t> (IT)</a:t>
            </a:r>
          </a:p>
          <a:p>
            <a:pPr marL="0" indent="0">
              <a:spcBef>
                <a:spcPts val="0"/>
              </a:spcBef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Under the Guidance of</a:t>
            </a:r>
          </a:p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Dr. Dattatray Sawant</a:t>
            </a:r>
          </a:p>
          <a:p>
            <a:pPr marL="0" indent="0">
              <a:spcBef>
                <a:spcPts val="0"/>
              </a:spcBef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Sem : V   Subject : SCADA </a:t>
            </a:r>
          </a:p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B Tech CE / IT </a:t>
            </a:r>
          </a:p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MBA Tech (IT)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Academic Year : 2026 -2027</a:t>
            </a:r>
          </a:p>
          <a:p>
            <a:pPr marL="0" indent="0"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  </a:t>
            </a:r>
          </a:p>
          <a:p>
            <a:pPr marL="0" indent="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ctrTitle"/>
          </p:nvPr>
        </p:nvSpPr>
        <p:spPr>
          <a:xfrm>
            <a:off x="1657350" y="1309443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en-US" sz="2800" dirty="0"/>
              <a:t>VI’s used in Front Panel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3B02176-52AE-E3B8-6FBB-5E613E8983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7335118"/>
              </p:ext>
            </p:extLst>
          </p:nvPr>
        </p:nvGraphicFramePr>
        <p:xfrm>
          <a:off x="817458" y="2674640"/>
          <a:ext cx="7509083" cy="35427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18891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ctrTitle"/>
          </p:nvPr>
        </p:nvSpPr>
        <p:spPr>
          <a:xfrm>
            <a:off x="1657350" y="1309443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en-US" sz="2800" dirty="0"/>
              <a:t>VI’s used in Block Diagram</a:t>
            </a:r>
            <a:r>
              <a:rPr lang="en-US" sz="2400" dirty="0"/>
              <a:t> </a:t>
            </a:r>
            <a:endParaRPr lang="en-US" dirty="0"/>
          </a:p>
        </p:txBody>
      </p:sp>
      <p:sp>
        <p:nvSpPr>
          <p:cNvPr id="89" name="Shape 89"/>
          <p:cNvSpPr txBox="1">
            <a:spLocks noGrp="1"/>
          </p:cNvSpPr>
          <p:nvPr>
            <p:ph type="subTitle" idx="1"/>
          </p:nvPr>
        </p:nvSpPr>
        <p:spPr>
          <a:xfrm>
            <a:off x="2171700" y="2411963"/>
            <a:ext cx="4800600" cy="399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89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ctrTitle"/>
          </p:nvPr>
        </p:nvSpPr>
        <p:spPr>
          <a:xfrm>
            <a:off x="1657350" y="1309443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en-US" sz="2800" dirty="0"/>
              <a:t>Components used in Hardware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3E802D9-658E-BC3E-8BF9-3BEAEB0F18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9748994"/>
              </p:ext>
            </p:extLst>
          </p:nvPr>
        </p:nvGraphicFramePr>
        <p:xfrm>
          <a:off x="1257300" y="2132562"/>
          <a:ext cx="6629400" cy="427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73198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56171"/>
            <a:ext cx="7772400" cy="1362075"/>
          </a:xfrm>
        </p:spPr>
        <p:txBody>
          <a:bodyPr/>
          <a:lstStyle/>
          <a:p>
            <a:pPr algn="ctr"/>
            <a:r>
              <a:rPr lang="en-US" sz="6600" dirty="0"/>
              <a:t>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3078657140"/>
      </p:ext>
    </p:extLst>
  </p:cSld>
  <p:clrMapOvr>
    <a:masterClrMapping/>
  </p:clrMapOvr>
</p:sld>
</file>

<file path=ppt/theme/theme1.xml><?xml version="1.0" encoding="utf-8"?>
<a:theme xmlns:a="http://schemas.openxmlformats.org/drawingml/2006/main" name="MPST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230</Words>
  <Application>Microsoft Macintosh PowerPoint</Application>
  <PresentationFormat>On-screen Show (4:3)</PresentationFormat>
  <Paragraphs>40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Noto Sans Symbols</vt:lpstr>
      <vt:lpstr>MPSTME</vt:lpstr>
      <vt:lpstr>IoT-Enabled Distributed SCADA &amp; Machine Learning-Based Predictive Anomaly Detection for Multi-Process Industrial Systems</vt:lpstr>
      <vt:lpstr>VI’s used in Front Panel</vt:lpstr>
      <vt:lpstr>VI’s used in Block Diagram </vt:lpstr>
      <vt:lpstr>Components used in Hardware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Air Pollution Trends</dc:title>
  <dc:creator>Shubha Puthran</dc:creator>
  <cp:lastModifiedBy>KRISHNA SOLANKI - 70412400024</cp:lastModifiedBy>
  <cp:revision>70</cp:revision>
  <dcterms:modified xsi:type="dcterms:W3CDTF">2026-07-27T11:46:05Z</dcterms:modified>
</cp:coreProperties>
</file>